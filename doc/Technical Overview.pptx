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66" r:id="rId4"/>
    <p:sldId id="258" r:id="rId5"/>
    <p:sldId id="262" r:id="rId6"/>
    <p:sldId id="259" r:id="rId7"/>
    <p:sldId id="260" r:id="rId8"/>
    <p:sldId id="261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AE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3864" y="-13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4639D2-9E73-4579-BD4E-81535AEF4DF6}" type="doc">
      <dgm:prSet loTypeId="urn:microsoft.com/office/officeart/2005/8/layout/StepDownProcess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de-CH"/>
        </a:p>
      </dgm:t>
    </dgm:pt>
    <dgm:pt modelId="{93CDF1AA-BCA9-4E14-BE74-520367857DC8}">
      <dgm:prSet phldrT="[Text]"/>
      <dgm:spPr>
        <a:solidFill>
          <a:srgbClr val="3AAEBB"/>
        </a:solidFill>
      </dgm:spPr>
      <dgm:t>
        <a:bodyPr/>
        <a:lstStyle/>
        <a:p>
          <a:r>
            <a:rPr lang="de-CH" dirty="0" err="1" smtClean="0"/>
            <a:t>master</a:t>
          </a:r>
          <a:endParaRPr lang="de-CH" dirty="0"/>
        </a:p>
      </dgm:t>
    </dgm:pt>
    <dgm:pt modelId="{FF2C314F-468A-407D-82DA-6E6BCE034B32}" type="parTrans" cxnId="{028E76A1-87E5-4A30-ADBC-40E608B90F04}">
      <dgm:prSet/>
      <dgm:spPr/>
      <dgm:t>
        <a:bodyPr/>
        <a:lstStyle/>
        <a:p>
          <a:endParaRPr lang="de-CH"/>
        </a:p>
      </dgm:t>
    </dgm:pt>
    <dgm:pt modelId="{3F109244-45E1-4EBD-A62B-B07B03511970}" type="sibTrans" cxnId="{028E76A1-87E5-4A30-ADBC-40E608B90F04}">
      <dgm:prSet/>
      <dgm:spPr/>
      <dgm:t>
        <a:bodyPr/>
        <a:lstStyle/>
        <a:p>
          <a:endParaRPr lang="de-CH"/>
        </a:p>
      </dgm:t>
    </dgm:pt>
    <dgm:pt modelId="{1D886703-8665-4B58-9C0C-F30376AD55F4}">
      <dgm:prSet phldrT="[Text]"/>
      <dgm:spPr/>
      <dgm:t>
        <a:bodyPr/>
        <a:lstStyle/>
        <a:p>
          <a:r>
            <a:rPr lang="de-CH" dirty="0" smtClean="0"/>
            <a:t>Development </a:t>
          </a:r>
          <a:r>
            <a:rPr lang="de-CH" dirty="0" err="1" smtClean="0"/>
            <a:t>and</a:t>
          </a:r>
          <a:r>
            <a:rPr lang="de-CH" dirty="0" smtClean="0"/>
            <a:t> </a:t>
          </a:r>
          <a:r>
            <a:rPr lang="de-CH" dirty="0" err="1" smtClean="0"/>
            <a:t>bug</a:t>
          </a:r>
          <a:r>
            <a:rPr lang="de-CH" dirty="0" smtClean="0"/>
            <a:t> </a:t>
          </a:r>
          <a:r>
            <a:rPr lang="de-CH" dirty="0" err="1" smtClean="0"/>
            <a:t>fixing</a:t>
          </a:r>
          <a:endParaRPr lang="de-CH" dirty="0"/>
        </a:p>
      </dgm:t>
    </dgm:pt>
    <dgm:pt modelId="{54468654-2EEE-4183-BCA8-8D493333C8C7}" type="parTrans" cxnId="{EA71E26D-C8B8-4E72-9863-B572EB58D663}">
      <dgm:prSet/>
      <dgm:spPr/>
      <dgm:t>
        <a:bodyPr/>
        <a:lstStyle/>
        <a:p>
          <a:endParaRPr lang="de-CH"/>
        </a:p>
      </dgm:t>
    </dgm:pt>
    <dgm:pt modelId="{B4D8D640-E064-4605-BFF0-B7D4323F2733}" type="sibTrans" cxnId="{EA71E26D-C8B8-4E72-9863-B572EB58D663}">
      <dgm:prSet/>
      <dgm:spPr/>
      <dgm:t>
        <a:bodyPr/>
        <a:lstStyle/>
        <a:p>
          <a:endParaRPr lang="de-CH"/>
        </a:p>
      </dgm:t>
    </dgm:pt>
    <dgm:pt modelId="{4BE50F93-C484-40BD-A387-33B0DD66CF8E}">
      <dgm:prSet phldrT="[Text]"/>
      <dgm:spPr>
        <a:solidFill>
          <a:srgbClr val="3AAEBB"/>
        </a:solidFill>
      </dgm:spPr>
      <dgm:t>
        <a:bodyPr/>
        <a:lstStyle/>
        <a:p>
          <a:r>
            <a:rPr lang="de-CH" dirty="0" err="1" smtClean="0"/>
            <a:t>stage</a:t>
          </a:r>
          <a:endParaRPr lang="de-CH" dirty="0"/>
        </a:p>
      </dgm:t>
    </dgm:pt>
    <dgm:pt modelId="{B98392AC-BB63-46E3-9B03-F59AD452C9AA}" type="parTrans" cxnId="{39FEE361-5DFD-43A9-AF61-B9D8778B8FAB}">
      <dgm:prSet/>
      <dgm:spPr/>
      <dgm:t>
        <a:bodyPr/>
        <a:lstStyle/>
        <a:p>
          <a:endParaRPr lang="de-CH"/>
        </a:p>
      </dgm:t>
    </dgm:pt>
    <dgm:pt modelId="{83131AAF-A239-4045-BF27-AE0A17A5D06A}" type="sibTrans" cxnId="{39FEE361-5DFD-43A9-AF61-B9D8778B8FAB}">
      <dgm:prSet/>
      <dgm:spPr/>
      <dgm:t>
        <a:bodyPr/>
        <a:lstStyle/>
        <a:p>
          <a:endParaRPr lang="de-CH"/>
        </a:p>
      </dgm:t>
    </dgm:pt>
    <dgm:pt modelId="{41F5714D-FAC1-4F38-AAA2-94405E079EDD}">
      <dgm:prSet phldrT="[Text]"/>
      <dgm:spPr/>
      <dgm:t>
        <a:bodyPr/>
        <a:lstStyle/>
        <a:p>
          <a:r>
            <a:rPr lang="de-CH" dirty="0" smtClean="0"/>
            <a:t>Test</a:t>
          </a:r>
          <a:endParaRPr lang="de-CH" dirty="0"/>
        </a:p>
      </dgm:t>
    </dgm:pt>
    <dgm:pt modelId="{30D50D80-1898-4568-B96F-32314B97F44D}" type="parTrans" cxnId="{73426280-60F9-44F7-B030-5A525EA30ECA}">
      <dgm:prSet/>
      <dgm:spPr/>
      <dgm:t>
        <a:bodyPr/>
        <a:lstStyle/>
        <a:p>
          <a:endParaRPr lang="de-CH"/>
        </a:p>
      </dgm:t>
    </dgm:pt>
    <dgm:pt modelId="{2C83BBF9-3528-4EE0-A3BC-5A1A0711655A}" type="sibTrans" cxnId="{73426280-60F9-44F7-B030-5A525EA30ECA}">
      <dgm:prSet/>
      <dgm:spPr/>
      <dgm:t>
        <a:bodyPr/>
        <a:lstStyle/>
        <a:p>
          <a:endParaRPr lang="de-CH"/>
        </a:p>
      </dgm:t>
    </dgm:pt>
    <dgm:pt modelId="{3FC98A5A-60AC-4EEB-BBBA-0E864C684A16}">
      <dgm:prSet phldrT="[Text]"/>
      <dgm:spPr>
        <a:solidFill>
          <a:srgbClr val="3AAEBB"/>
        </a:solidFill>
      </dgm:spPr>
      <dgm:t>
        <a:bodyPr/>
        <a:lstStyle/>
        <a:p>
          <a:r>
            <a:rPr lang="de-CH" dirty="0" err="1" smtClean="0"/>
            <a:t>prod</a:t>
          </a:r>
          <a:endParaRPr lang="de-CH" dirty="0"/>
        </a:p>
      </dgm:t>
    </dgm:pt>
    <dgm:pt modelId="{A124EB3F-93D1-4882-A368-90E6DE19E53E}" type="parTrans" cxnId="{2FFEFD33-5A97-4995-8B1E-B63F90E6CA75}">
      <dgm:prSet/>
      <dgm:spPr/>
      <dgm:t>
        <a:bodyPr/>
        <a:lstStyle/>
        <a:p>
          <a:endParaRPr lang="de-CH"/>
        </a:p>
      </dgm:t>
    </dgm:pt>
    <dgm:pt modelId="{BCD88263-03BF-4782-B8E8-7D110D1D126D}" type="sibTrans" cxnId="{2FFEFD33-5A97-4995-8B1E-B63F90E6CA75}">
      <dgm:prSet/>
      <dgm:spPr/>
      <dgm:t>
        <a:bodyPr/>
        <a:lstStyle/>
        <a:p>
          <a:endParaRPr lang="de-CH"/>
        </a:p>
      </dgm:t>
    </dgm:pt>
    <dgm:pt modelId="{FCADCE9C-65C2-4205-B34A-559BB44CD107}">
      <dgm:prSet phldrT="[Text]"/>
      <dgm:spPr/>
      <dgm:t>
        <a:bodyPr/>
        <a:lstStyle/>
        <a:p>
          <a:r>
            <a:rPr lang="de-CH" dirty="0" err="1" smtClean="0"/>
            <a:t>Production</a:t>
          </a:r>
          <a:endParaRPr lang="de-CH" dirty="0"/>
        </a:p>
      </dgm:t>
    </dgm:pt>
    <dgm:pt modelId="{FD169CC3-E149-4F13-844E-6CBD1C763F48}" type="parTrans" cxnId="{3CF16938-8527-4323-AA3E-FA950DB8D672}">
      <dgm:prSet/>
      <dgm:spPr/>
      <dgm:t>
        <a:bodyPr/>
        <a:lstStyle/>
        <a:p>
          <a:endParaRPr lang="de-CH"/>
        </a:p>
      </dgm:t>
    </dgm:pt>
    <dgm:pt modelId="{9C6285DE-786E-49B8-AAB1-C159918D7867}" type="sibTrans" cxnId="{3CF16938-8527-4323-AA3E-FA950DB8D672}">
      <dgm:prSet/>
      <dgm:spPr/>
      <dgm:t>
        <a:bodyPr/>
        <a:lstStyle/>
        <a:p>
          <a:endParaRPr lang="de-CH"/>
        </a:p>
      </dgm:t>
    </dgm:pt>
    <dgm:pt modelId="{60132291-EC3E-4371-995D-ACBE0FB9F680}" type="pres">
      <dgm:prSet presAssocID="{874639D2-9E73-4579-BD4E-81535AEF4DF6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de-CH"/>
        </a:p>
      </dgm:t>
    </dgm:pt>
    <dgm:pt modelId="{CB05CEC7-E75C-4805-AC43-C673345C7750}" type="pres">
      <dgm:prSet presAssocID="{93CDF1AA-BCA9-4E14-BE74-520367857DC8}" presName="composite" presStyleCnt="0"/>
      <dgm:spPr/>
    </dgm:pt>
    <dgm:pt modelId="{914B7EE1-26EE-4FA9-B7B1-0C471643E5A0}" type="pres">
      <dgm:prSet presAssocID="{93CDF1AA-BCA9-4E14-BE74-520367857DC8}" presName="bentUpArrow1" presStyleLbl="alignImgPlace1" presStyleIdx="0" presStyleCnt="2"/>
      <dgm:spPr/>
    </dgm:pt>
    <dgm:pt modelId="{4EA983DB-BB67-4B4C-A308-48773837DF9F}" type="pres">
      <dgm:prSet presAssocID="{93CDF1AA-BCA9-4E14-BE74-520367857DC8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CH"/>
        </a:p>
      </dgm:t>
    </dgm:pt>
    <dgm:pt modelId="{A50C0E30-165A-425A-9B22-679F0B2E0B64}" type="pres">
      <dgm:prSet presAssocID="{93CDF1AA-BCA9-4E14-BE74-520367857DC8}" presName="ChildText" presStyleLbl="revTx" presStyleIdx="0" presStyleCnt="3" custScaleX="449939" custLinFactX="78131" custLinFactNeighborX="1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de-CH"/>
        </a:p>
      </dgm:t>
    </dgm:pt>
    <dgm:pt modelId="{15BEB84C-73E7-4DA2-A966-E9664EFE1A5F}" type="pres">
      <dgm:prSet presAssocID="{3F109244-45E1-4EBD-A62B-B07B03511970}" presName="sibTrans" presStyleCnt="0"/>
      <dgm:spPr/>
    </dgm:pt>
    <dgm:pt modelId="{773642EF-C227-4080-A271-FCD98C30BE05}" type="pres">
      <dgm:prSet presAssocID="{4BE50F93-C484-40BD-A387-33B0DD66CF8E}" presName="composite" presStyleCnt="0"/>
      <dgm:spPr/>
    </dgm:pt>
    <dgm:pt modelId="{F0CF224C-AD77-4A65-BAA3-BA8BBBBF0E8C}" type="pres">
      <dgm:prSet presAssocID="{4BE50F93-C484-40BD-A387-33B0DD66CF8E}" presName="bentUpArrow1" presStyleLbl="alignImgPlace1" presStyleIdx="1" presStyleCnt="2"/>
      <dgm:spPr/>
    </dgm:pt>
    <dgm:pt modelId="{576A15CD-1FD8-49F0-9069-47B43A20B065}" type="pres">
      <dgm:prSet presAssocID="{4BE50F93-C484-40BD-A387-33B0DD66CF8E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CH"/>
        </a:p>
      </dgm:t>
    </dgm:pt>
    <dgm:pt modelId="{7F48B2BF-AE22-46B4-93CE-6F8818CF8D74}" type="pres">
      <dgm:prSet presAssocID="{4BE50F93-C484-40BD-A387-33B0DD66CF8E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de-CH"/>
        </a:p>
      </dgm:t>
    </dgm:pt>
    <dgm:pt modelId="{DDA36AAD-0E86-4F6B-B9D1-05CD04B5B29E}" type="pres">
      <dgm:prSet presAssocID="{83131AAF-A239-4045-BF27-AE0A17A5D06A}" presName="sibTrans" presStyleCnt="0"/>
      <dgm:spPr/>
    </dgm:pt>
    <dgm:pt modelId="{D1D98545-9A30-4751-B37E-CC4F02B5A686}" type="pres">
      <dgm:prSet presAssocID="{3FC98A5A-60AC-4EEB-BBBA-0E864C684A16}" presName="composite" presStyleCnt="0"/>
      <dgm:spPr/>
    </dgm:pt>
    <dgm:pt modelId="{6ADDE99D-B6CD-42DE-9F59-C06506217985}" type="pres">
      <dgm:prSet presAssocID="{3FC98A5A-60AC-4EEB-BBBA-0E864C684A16}" presName="ParentText" presStyleLbl="node1" presStyleIdx="2" presStyleCnt="3" custLinFactNeighborX="-3268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CH"/>
        </a:p>
      </dgm:t>
    </dgm:pt>
    <dgm:pt modelId="{35A3B706-0AE9-4219-9D4D-F04B5DD531AC}" type="pres">
      <dgm:prSet presAssocID="{3FC98A5A-60AC-4EEB-BBBA-0E864C684A16}" presName="FinalChildText" presStyleLbl="revTx" presStyleIdx="2" presStyleCnt="3" custScaleX="149211" custLinFactNeighborX="-1529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de-CH"/>
        </a:p>
      </dgm:t>
    </dgm:pt>
  </dgm:ptLst>
  <dgm:cxnLst>
    <dgm:cxn modelId="{EA71E26D-C8B8-4E72-9863-B572EB58D663}" srcId="{93CDF1AA-BCA9-4E14-BE74-520367857DC8}" destId="{1D886703-8665-4B58-9C0C-F30376AD55F4}" srcOrd="0" destOrd="0" parTransId="{54468654-2EEE-4183-BCA8-8D493333C8C7}" sibTransId="{B4D8D640-E064-4605-BFF0-B7D4323F2733}"/>
    <dgm:cxn modelId="{028E76A1-87E5-4A30-ADBC-40E608B90F04}" srcId="{874639D2-9E73-4579-BD4E-81535AEF4DF6}" destId="{93CDF1AA-BCA9-4E14-BE74-520367857DC8}" srcOrd="0" destOrd="0" parTransId="{FF2C314F-468A-407D-82DA-6E6BCE034B32}" sibTransId="{3F109244-45E1-4EBD-A62B-B07B03511970}"/>
    <dgm:cxn modelId="{73426280-60F9-44F7-B030-5A525EA30ECA}" srcId="{4BE50F93-C484-40BD-A387-33B0DD66CF8E}" destId="{41F5714D-FAC1-4F38-AAA2-94405E079EDD}" srcOrd="0" destOrd="0" parTransId="{30D50D80-1898-4568-B96F-32314B97F44D}" sibTransId="{2C83BBF9-3528-4EE0-A3BC-5A1A0711655A}"/>
    <dgm:cxn modelId="{66BCEA47-11BC-4CF3-B9F1-C860DCF6C9A3}" type="presOf" srcId="{93CDF1AA-BCA9-4E14-BE74-520367857DC8}" destId="{4EA983DB-BB67-4B4C-A308-48773837DF9F}" srcOrd="0" destOrd="0" presId="urn:microsoft.com/office/officeart/2005/8/layout/StepDownProcess"/>
    <dgm:cxn modelId="{2FFEFD33-5A97-4995-8B1E-B63F90E6CA75}" srcId="{874639D2-9E73-4579-BD4E-81535AEF4DF6}" destId="{3FC98A5A-60AC-4EEB-BBBA-0E864C684A16}" srcOrd="2" destOrd="0" parTransId="{A124EB3F-93D1-4882-A368-90E6DE19E53E}" sibTransId="{BCD88263-03BF-4782-B8E8-7D110D1D126D}"/>
    <dgm:cxn modelId="{82BBA755-DF04-428C-924E-AA32099DE02B}" type="presOf" srcId="{874639D2-9E73-4579-BD4E-81535AEF4DF6}" destId="{60132291-EC3E-4371-995D-ACBE0FB9F680}" srcOrd="0" destOrd="0" presId="urn:microsoft.com/office/officeart/2005/8/layout/StepDownProcess"/>
    <dgm:cxn modelId="{9CE60CFA-D0A6-418A-B159-975DAE3C0EC4}" type="presOf" srcId="{3FC98A5A-60AC-4EEB-BBBA-0E864C684A16}" destId="{6ADDE99D-B6CD-42DE-9F59-C06506217985}" srcOrd="0" destOrd="0" presId="urn:microsoft.com/office/officeart/2005/8/layout/StepDownProcess"/>
    <dgm:cxn modelId="{20084483-D576-464B-BA33-78FE0BE78E22}" type="presOf" srcId="{41F5714D-FAC1-4F38-AAA2-94405E079EDD}" destId="{7F48B2BF-AE22-46B4-93CE-6F8818CF8D74}" srcOrd="0" destOrd="0" presId="urn:microsoft.com/office/officeart/2005/8/layout/StepDownProcess"/>
    <dgm:cxn modelId="{3CF16938-8527-4323-AA3E-FA950DB8D672}" srcId="{3FC98A5A-60AC-4EEB-BBBA-0E864C684A16}" destId="{FCADCE9C-65C2-4205-B34A-559BB44CD107}" srcOrd="0" destOrd="0" parTransId="{FD169CC3-E149-4F13-844E-6CBD1C763F48}" sibTransId="{9C6285DE-786E-49B8-AAB1-C159918D7867}"/>
    <dgm:cxn modelId="{39FEE361-5DFD-43A9-AF61-B9D8778B8FAB}" srcId="{874639D2-9E73-4579-BD4E-81535AEF4DF6}" destId="{4BE50F93-C484-40BD-A387-33B0DD66CF8E}" srcOrd="1" destOrd="0" parTransId="{B98392AC-BB63-46E3-9B03-F59AD452C9AA}" sibTransId="{83131AAF-A239-4045-BF27-AE0A17A5D06A}"/>
    <dgm:cxn modelId="{AFE917CC-C69B-48F4-84E8-E049E941891F}" type="presOf" srcId="{FCADCE9C-65C2-4205-B34A-559BB44CD107}" destId="{35A3B706-0AE9-4219-9D4D-F04B5DD531AC}" srcOrd="0" destOrd="0" presId="urn:microsoft.com/office/officeart/2005/8/layout/StepDownProcess"/>
    <dgm:cxn modelId="{244C5DFE-6B8C-4D24-9725-D09E48F68858}" type="presOf" srcId="{4BE50F93-C484-40BD-A387-33B0DD66CF8E}" destId="{576A15CD-1FD8-49F0-9069-47B43A20B065}" srcOrd="0" destOrd="0" presId="urn:microsoft.com/office/officeart/2005/8/layout/StepDownProcess"/>
    <dgm:cxn modelId="{D4463CCA-73CD-4388-A59F-55BAACABA0DE}" type="presOf" srcId="{1D886703-8665-4B58-9C0C-F30376AD55F4}" destId="{A50C0E30-165A-425A-9B22-679F0B2E0B64}" srcOrd="0" destOrd="0" presId="urn:microsoft.com/office/officeart/2005/8/layout/StepDownProcess"/>
    <dgm:cxn modelId="{97FDB0C5-490D-41A5-B078-72E669277BB9}" type="presParOf" srcId="{60132291-EC3E-4371-995D-ACBE0FB9F680}" destId="{CB05CEC7-E75C-4805-AC43-C673345C7750}" srcOrd="0" destOrd="0" presId="urn:microsoft.com/office/officeart/2005/8/layout/StepDownProcess"/>
    <dgm:cxn modelId="{8686D831-48A7-44E2-AA44-29727B344C12}" type="presParOf" srcId="{CB05CEC7-E75C-4805-AC43-C673345C7750}" destId="{914B7EE1-26EE-4FA9-B7B1-0C471643E5A0}" srcOrd="0" destOrd="0" presId="urn:microsoft.com/office/officeart/2005/8/layout/StepDownProcess"/>
    <dgm:cxn modelId="{35483A0D-17EA-4E17-A243-30D0D90CAB2F}" type="presParOf" srcId="{CB05CEC7-E75C-4805-AC43-C673345C7750}" destId="{4EA983DB-BB67-4B4C-A308-48773837DF9F}" srcOrd="1" destOrd="0" presId="urn:microsoft.com/office/officeart/2005/8/layout/StepDownProcess"/>
    <dgm:cxn modelId="{00833EF2-1A53-48DE-AE8F-F14FA33A044C}" type="presParOf" srcId="{CB05CEC7-E75C-4805-AC43-C673345C7750}" destId="{A50C0E30-165A-425A-9B22-679F0B2E0B64}" srcOrd="2" destOrd="0" presId="urn:microsoft.com/office/officeart/2005/8/layout/StepDownProcess"/>
    <dgm:cxn modelId="{58B90F0D-FABC-4370-86FA-4D57D4157096}" type="presParOf" srcId="{60132291-EC3E-4371-995D-ACBE0FB9F680}" destId="{15BEB84C-73E7-4DA2-A966-E9664EFE1A5F}" srcOrd="1" destOrd="0" presId="urn:microsoft.com/office/officeart/2005/8/layout/StepDownProcess"/>
    <dgm:cxn modelId="{47F58BAC-FDB2-4E47-8440-99239EC80905}" type="presParOf" srcId="{60132291-EC3E-4371-995D-ACBE0FB9F680}" destId="{773642EF-C227-4080-A271-FCD98C30BE05}" srcOrd="2" destOrd="0" presId="urn:microsoft.com/office/officeart/2005/8/layout/StepDownProcess"/>
    <dgm:cxn modelId="{9DC2CD72-989D-47BA-841C-62B8C2739A18}" type="presParOf" srcId="{773642EF-C227-4080-A271-FCD98C30BE05}" destId="{F0CF224C-AD77-4A65-BAA3-BA8BBBBF0E8C}" srcOrd="0" destOrd="0" presId="urn:microsoft.com/office/officeart/2005/8/layout/StepDownProcess"/>
    <dgm:cxn modelId="{AB786E3D-8951-487D-92B7-2AF03E3E61A6}" type="presParOf" srcId="{773642EF-C227-4080-A271-FCD98C30BE05}" destId="{576A15CD-1FD8-49F0-9069-47B43A20B065}" srcOrd="1" destOrd="0" presId="urn:microsoft.com/office/officeart/2005/8/layout/StepDownProcess"/>
    <dgm:cxn modelId="{77267114-FB3B-40C0-810D-1D400FE7956D}" type="presParOf" srcId="{773642EF-C227-4080-A271-FCD98C30BE05}" destId="{7F48B2BF-AE22-46B4-93CE-6F8818CF8D74}" srcOrd="2" destOrd="0" presId="urn:microsoft.com/office/officeart/2005/8/layout/StepDownProcess"/>
    <dgm:cxn modelId="{143AB963-25A8-4EDE-B6A3-5F31CDB9EFAA}" type="presParOf" srcId="{60132291-EC3E-4371-995D-ACBE0FB9F680}" destId="{DDA36AAD-0E86-4F6B-B9D1-05CD04B5B29E}" srcOrd="3" destOrd="0" presId="urn:microsoft.com/office/officeart/2005/8/layout/StepDownProcess"/>
    <dgm:cxn modelId="{08B75B33-5D00-4FEE-9481-999C375004A1}" type="presParOf" srcId="{60132291-EC3E-4371-995D-ACBE0FB9F680}" destId="{D1D98545-9A30-4751-B37E-CC4F02B5A686}" srcOrd="4" destOrd="0" presId="urn:microsoft.com/office/officeart/2005/8/layout/StepDownProcess"/>
    <dgm:cxn modelId="{CB7143D0-1E9E-4FC7-880E-427EF3796F52}" type="presParOf" srcId="{D1D98545-9A30-4751-B37E-CC4F02B5A686}" destId="{6ADDE99D-B6CD-42DE-9F59-C06506217985}" srcOrd="0" destOrd="0" presId="urn:microsoft.com/office/officeart/2005/8/layout/StepDownProcess"/>
    <dgm:cxn modelId="{FC464CB4-671B-49B2-BA57-10F66BC967CD}" type="presParOf" srcId="{D1D98545-9A30-4751-B37E-CC4F02B5A686}" destId="{35A3B706-0AE9-4219-9D4D-F04B5DD531AC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53CA9E-653B-40F7-92AB-2F42563CDC93}" type="doc">
      <dgm:prSet loTypeId="urn:microsoft.com/office/officeart/2008/layout/HalfCircleOrganizationChart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de-CH"/>
        </a:p>
      </dgm:t>
    </dgm:pt>
    <dgm:pt modelId="{C196E529-2F43-401D-A99B-C0CA99802570}">
      <dgm:prSet phldrT="[Text]"/>
      <dgm:spPr/>
      <dgm:t>
        <a:bodyPr/>
        <a:lstStyle/>
        <a:p>
          <a:r>
            <a:rPr lang="de-CH" dirty="0" err="1" smtClean="0">
              <a:solidFill>
                <a:schemeClr val="tx1"/>
              </a:solidFill>
            </a:rPr>
            <a:t>grunt</a:t>
          </a:r>
          <a:endParaRPr lang="de-CH" dirty="0">
            <a:solidFill>
              <a:schemeClr val="tx1"/>
            </a:solidFill>
          </a:endParaRPr>
        </a:p>
      </dgm:t>
    </dgm:pt>
    <dgm:pt modelId="{F1AC9A33-2472-4212-9CB2-2F7F72CC58D0}" type="parTrans" cxnId="{220030A1-B8DF-43C5-A4C2-376A818346A9}">
      <dgm:prSet/>
      <dgm:spPr/>
      <dgm:t>
        <a:bodyPr/>
        <a:lstStyle/>
        <a:p>
          <a:endParaRPr lang="de-CH">
            <a:solidFill>
              <a:schemeClr val="tx1"/>
            </a:solidFill>
          </a:endParaRPr>
        </a:p>
      </dgm:t>
    </dgm:pt>
    <dgm:pt modelId="{0282D1DD-025D-42B1-9AC0-A59F28CD6C75}" type="sibTrans" cxnId="{220030A1-B8DF-43C5-A4C2-376A818346A9}">
      <dgm:prSet/>
      <dgm:spPr/>
      <dgm:t>
        <a:bodyPr/>
        <a:lstStyle/>
        <a:p>
          <a:endParaRPr lang="de-CH">
            <a:solidFill>
              <a:schemeClr val="tx1"/>
            </a:solidFill>
          </a:endParaRPr>
        </a:p>
      </dgm:t>
    </dgm:pt>
    <dgm:pt modelId="{7FFE4A05-717A-478D-A9B6-0CD1A144DDAC}">
      <dgm:prSet phldrT="[Text]"/>
      <dgm:spPr/>
      <dgm:t>
        <a:bodyPr/>
        <a:lstStyle/>
        <a:p>
          <a:r>
            <a:rPr lang="de-CH" dirty="0" err="1" smtClean="0">
              <a:solidFill>
                <a:schemeClr val="tx1"/>
              </a:solidFill>
            </a:rPr>
            <a:t>nodejs</a:t>
          </a:r>
          <a:endParaRPr lang="de-CH" dirty="0">
            <a:solidFill>
              <a:schemeClr val="tx1"/>
            </a:solidFill>
          </a:endParaRPr>
        </a:p>
      </dgm:t>
    </dgm:pt>
    <dgm:pt modelId="{C4D006B0-F829-4278-B8DC-3F0DD68E6D58}" type="parTrans" cxnId="{4C249755-25E2-4CFD-9F94-110046560E34}">
      <dgm:prSet/>
      <dgm:spPr>
        <a:ln>
          <a:solidFill>
            <a:srgbClr val="3AAEBB"/>
          </a:solidFill>
        </a:ln>
      </dgm:spPr>
      <dgm:t>
        <a:bodyPr/>
        <a:lstStyle/>
        <a:p>
          <a:endParaRPr lang="de-CH">
            <a:solidFill>
              <a:schemeClr val="tx1"/>
            </a:solidFill>
          </a:endParaRPr>
        </a:p>
      </dgm:t>
    </dgm:pt>
    <dgm:pt modelId="{55CEC434-E217-48E2-BA23-74DE805962E4}" type="sibTrans" cxnId="{4C249755-25E2-4CFD-9F94-110046560E34}">
      <dgm:prSet/>
      <dgm:spPr/>
      <dgm:t>
        <a:bodyPr/>
        <a:lstStyle/>
        <a:p>
          <a:endParaRPr lang="de-CH">
            <a:solidFill>
              <a:schemeClr val="tx1"/>
            </a:solidFill>
          </a:endParaRPr>
        </a:p>
      </dgm:t>
    </dgm:pt>
    <dgm:pt modelId="{7FDE92FF-08A0-4F20-B8D8-86F302CAB344}">
      <dgm:prSet phldrT="[Text]"/>
      <dgm:spPr/>
      <dgm:t>
        <a:bodyPr/>
        <a:lstStyle/>
        <a:p>
          <a:r>
            <a:rPr lang="de-CH" dirty="0" err="1" smtClean="0">
              <a:solidFill>
                <a:schemeClr val="tx1"/>
              </a:solidFill>
            </a:rPr>
            <a:t>bower</a:t>
          </a:r>
          <a:endParaRPr lang="de-CH" dirty="0">
            <a:solidFill>
              <a:schemeClr val="tx1"/>
            </a:solidFill>
          </a:endParaRPr>
        </a:p>
      </dgm:t>
    </dgm:pt>
    <dgm:pt modelId="{C6F63460-BF78-428E-B28B-3E5674C69D78}" type="parTrans" cxnId="{DF3A683E-BD52-4520-AF80-9ED0D99A510B}">
      <dgm:prSet/>
      <dgm:spPr>
        <a:ln>
          <a:solidFill>
            <a:srgbClr val="3AAEBB"/>
          </a:solidFill>
        </a:ln>
      </dgm:spPr>
      <dgm:t>
        <a:bodyPr/>
        <a:lstStyle/>
        <a:p>
          <a:endParaRPr lang="de-CH">
            <a:solidFill>
              <a:schemeClr val="tx1"/>
            </a:solidFill>
          </a:endParaRPr>
        </a:p>
      </dgm:t>
    </dgm:pt>
    <dgm:pt modelId="{CC1FECEB-22DE-45E0-871A-5761FE3F5E84}" type="sibTrans" cxnId="{DF3A683E-BD52-4520-AF80-9ED0D99A510B}">
      <dgm:prSet/>
      <dgm:spPr/>
      <dgm:t>
        <a:bodyPr/>
        <a:lstStyle/>
        <a:p>
          <a:endParaRPr lang="de-CH">
            <a:solidFill>
              <a:schemeClr val="tx1"/>
            </a:solidFill>
          </a:endParaRPr>
        </a:p>
      </dgm:t>
    </dgm:pt>
    <dgm:pt modelId="{0A0D9C5E-E7DF-4F30-B497-656CCEF16ACC}">
      <dgm:prSet phldrT="[Text]"/>
      <dgm:spPr/>
      <dgm:t>
        <a:bodyPr/>
        <a:lstStyle/>
        <a:p>
          <a:r>
            <a:rPr lang="de-CH" dirty="0" err="1" smtClean="0">
              <a:solidFill>
                <a:schemeClr val="tx1"/>
              </a:solidFill>
            </a:rPr>
            <a:t>ruby</a:t>
          </a:r>
          <a:endParaRPr lang="de-CH" dirty="0">
            <a:solidFill>
              <a:schemeClr val="tx1"/>
            </a:solidFill>
          </a:endParaRPr>
        </a:p>
      </dgm:t>
    </dgm:pt>
    <dgm:pt modelId="{3153F1E2-33A0-4CE7-BF79-F7A082CA669B}" type="parTrans" cxnId="{FF59C90E-4551-434F-AD40-429F26A2BB55}">
      <dgm:prSet/>
      <dgm:spPr/>
      <dgm:t>
        <a:bodyPr/>
        <a:lstStyle/>
        <a:p>
          <a:endParaRPr lang="de-CH">
            <a:solidFill>
              <a:schemeClr val="tx1"/>
            </a:solidFill>
          </a:endParaRPr>
        </a:p>
      </dgm:t>
    </dgm:pt>
    <dgm:pt modelId="{48FF631A-249F-4621-8225-0177388B2A1A}" type="sibTrans" cxnId="{FF59C90E-4551-434F-AD40-429F26A2BB55}">
      <dgm:prSet/>
      <dgm:spPr/>
      <dgm:t>
        <a:bodyPr/>
        <a:lstStyle/>
        <a:p>
          <a:endParaRPr lang="de-CH">
            <a:solidFill>
              <a:schemeClr val="tx1"/>
            </a:solidFill>
          </a:endParaRPr>
        </a:p>
      </dgm:t>
    </dgm:pt>
    <dgm:pt modelId="{EF6BDFEC-BB15-4FEE-85A8-90B7214C72F1}">
      <dgm:prSet phldrT="[Text]"/>
      <dgm:spPr/>
      <dgm:t>
        <a:bodyPr/>
        <a:lstStyle/>
        <a:p>
          <a:r>
            <a:rPr lang="de-CH" dirty="0" err="1" smtClean="0">
              <a:solidFill>
                <a:schemeClr val="tx1"/>
              </a:solidFill>
            </a:rPr>
            <a:t>compass</a:t>
          </a:r>
          <a:endParaRPr lang="de-CH" dirty="0">
            <a:solidFill>
              <a:schemeClr val="tx1"/>
            </a:solidFill>
          </a:endParaRPr>
        </a:p>
      </dgm:t>
    </dgm:pt>
    <dgm:pt modelId="{9F07C7D6-D734-462A-8F20-C649144A314E}" type="parTrans" cxnId="{026C824A-5E66-434F-9EE7-C17AF5B8D485}">
      <dgm:prSet/>
      <dgm:spPr>
        <a:ln>
          <a:solidFill>
            <a:srgbClr val="3AAEBB"/>
          </a:solidFill>
        </a:ln>
      </dgm:spPr>
      <dgm:t>
        <a:bodyPr/>
        <a:lstStyle/>
        <a:p>
          <a:endParaRPr lang="de-CH">
            <a:solidFill>
              <a:schemeClr val="tx1"/>
            </a:solidFill>
          </a:endParaRPr>
        </a:p>
      </dgm:t>
    </dgm:pt>
    <dgm:pt modelId="{90CB3AA5-9092-42B7-9323-98B9AF0BE35D}" type="sibTrans" cxnId="{026C824A-5E66-434F-9EE7-C17AF5B8D485}">
      <dgm:prSet/>
      <dgm:spPr/>
      <dgm:t>
        <a:bodyPr/>
        <a:lstStyle/>
        <a:p>
          <a:endParaRPr lang="de-CH">
            <a:solidFill>
              <a:schemeClr val="tx1"/>
            </a:solidFill>
          </a:endParaRPr>
        </a:p>
      </dgm:t>
    </dgm:pt>
    <dgm:pt modelId="{3A311818-FBAC-49CC-8A16-4217793B38FB}">
      <dgm:prSet/>
      <dgm:spPr/>
      <dgm:t>
        <a:bodyPr/>
        <a:lstStyle/>
        <a:p>
          <a:r>
            <a:rPr lang="de-CH" dirty="0" smtClean="0">
              <a:solidFill>
                <a:schemeClr val="tx1"/>
              </a:solidFill>
            </a:rPr>
            <a:t>sass</a:t>
          </a:r>
          <a:endParaRPr lang="de-CH" dirty="0">
            <a:solidFill>
              <a:schemeClr val="tx1"/>
            </a:solidFill>
          </a:endParaRPr>
        </a:p>
      </dgm:t>
    </dgm:pt>
    <dgm:pt modelId="{7ED75237-0380-458E-8192-765D20242B9E}" type="parTrans" cxnId="{13CCC339-93AA-4D68-AFF6-3C73AC995D7D}">
      <dgm:prSet/>
      <dgm:spPr>
        <a:ln>
          <a:solidFill>
            <a:srgbClr val="3AAEBB"/>
          </a:solidFill>
        </a:ln>
      </dgm:spPr>
      <dgm:t>
        <a:bodyPr/>
        <a:lstStyle/>
        <a:p>
          <a:endParaRPr lang="de-CH">
            <a:solidFill>
              <a:schemeClr val="tx1"/>
            </a:solidFill>
          </a:endParaRPr>
        </a:p>
      </dgm:t>
    </dgm:pt>
    <dgm:pt modelId="{E96416B6-0F2B-4097-8254-9187F85B580E}" type="sibTrans" cxnId="{13CCC339-93AA-4D68-AFF6-3C73AC995D7D}">
      <dgm:prSet/>
      <dgm:spPr/>
      <dgm:t>
        <a:bodyPr/>
        <a:lstStyle/>
        <a:p>
          <a:endParaRPr lang="de-CH">
            <a:solidFill>
              <a:schemeClr val="tx1"/>
            </a:solidFill>
          </a:endParaRPr>
        </a:p>
      </dgm:t>
    </dgm:pt>
    <dgm:pt modelId="{E8EB1E09-8126-4CDE-85A5-8E6BDAD61B06}">
      <dgm:prSet/>
      <dgm:spPr/>
      <dgm:t>
        <a:bodyPr/>
        <a:lstStyle/>
        <a:p>
          <a:r>
            <a:rPr lang="de-CH" dirty="0" err="1" smtClean="0">
              <a:solidFill>
                <a:schemeClr val="tx1"/>
              </a:solidFill>
            </a:rPr>
            <a:t>xsltproc</a:t>
          </a:r>
          <a:endParaRPr lang="de-CH" dirty="0">
            <a:solidFill>
              <a:schemeClr val="tx1"/>
            </a:solidFill>
          </a:endParaRPr>
        </a:p>
      </dgm:t>
    </dgm:pt>
    <dgm:pt modelId="{3AD154FF-92F8-49BA-AFF3-A9E55B7131EE}" type="parTrans" cxnId="{9DF36FA2-489C-4AD7-958D-9A82718282B3}">
      <dgm:prSet/>
      <dgm:spPr>
        <a:ln>
          <a:solidFill>
            <a:srgbClr val="3AAEBB"/>
          </a:solidFill>
        </a:ln>
      </dgm:spPr>
      <dgm:t>
        <a:bodyPr/>
        <a:lstStyle/>
        <a:p>
          <a:endParaRPr lang="de-CH">
            <a:solidFill>
              <a:schemeClr val="tx1"/>
            </a:solidFill>
          </a:endParaRPr>
        </a:p>
      </dgm:t>
    </dgm:pt>
    <dgm:pt modelId="{45257991-6886-4E92-99C8-44E964851D6B}" type="sibTrans" cxnId="{9DF36FA2-489C-4AD7-958D-9A82718282B3}">
      <dgm:prSet/>
      <dgm:spPr/>
      <dgm:t>
        <a:bodyPr/>
        <a:lstStyle/>
        <a:p>
          <a:endParaRPr lang="de-CH">
            <a:solidFill>
              <a:schemeClr val="tx1"/>
            </a:solidFill>
          </a:endParaRPr>
        </a:p>
      </dgm:t>
    </dgm:pt>
    <dgm:pt modelId="{AAA92614-792A-49B1-8F32-246BAD240D8E}">
      <dgm:prSet/>
      <dgm:spPr/>
      <dgm:t>
        <a:bodyPr/>
        <a:lstStyle/>
        <a:p>
          <a:r>
            <a:rPr lang="de-CH" dirty="0" err="1" smtClean="0">
              <a:solidFill>
                <a:schemeClr val="tx1"/>
              </a:solidFill>
            </a:rPr>
            <a:t>xml</a:t>
          </a:r>
          <a:endParaRPr lang="de-CH" dirty="0">
            <a:solidFill>
              <a:schemeClr val="tx1"/>
            </a:solidFill>
          </a:endParaRPr>
        </a:p>
      </dgm:t>
    </dgm:pt>
    <dgm:pt modelId="{FAD3983F-24CA-4347-AC8F-16C23CBA561A}" type="parTrans" cxnId="{F259663E-7F87-48B0-8EA4-D498E3299B4C}">
      <dgm:prSet/>
      <dgm:spPr>
        <a:ln>
          <a:solidFill>
            <a:srgbClr val="3AAEBB"/>
          </a:solidFill>
        </a:ln>
      </dgm:spPr>
      <dgm:t>
        <a:bodyPr/>
        <a:lstStyle/>
        <a:p>
          <a:endParaRPr lang="de-CH">
            <a:solidFill>
              <a:schemeClr val="tx1"/>
            </a:solidFill>
          </a:endParaRPr>
        </a:p>
      </dgm:t>
    </dgm:pt>
    <dgm:pt modelId="{28E948CC-AECF-4F87-A821-4FB740AD150C}" type="sibTrans" cxnId="{F259663E-7F87-48B0-8EA4-D498E3299B4C}">
      <dgm:prSet/>
      <dgm:spPr/>
      <dgm:t>
        <a:bodyPr/>
        <a:lstStyle/>
        <a:p>
          <a:endParaRPr lang="de-CH">
            <a:solidFill>
              <a:schemeClr val="tx1"/>
            </a:solidFill>
          </a:endParaRPr>
        </a:p>
      </dgm:t>
    </dgm:pt>
    <dgm:pt modelId="{8D8F30FD-948A-48DD-8CC2-C7D0B2963687}">
      <dgm:prSet/>
      <dgm:spPr/>
      <dgm:t>
        <a:bodyPr/>
        <a:lstStyle/>
        <a:p>
          <a:r>
            <a:rPr lang="de-CH" dirty="0" err="1" smtClean="0">
              <a:solidFill>
                <a:schemeClr val="tx1"/>
              </a:solidFill>
            </a:rPr>
            <a:t>xslt</a:t>
          </a:r>
          <a:endParaRPr lang="de-CH" dirty="0">
            <a:solidFill>
              <a:schemeClr val="tx1"/>
            </a:solidFill>
          </a:endParaRPr>
        </a:p>
      </dgm:t>
    </dgm:pt>
    <dgm:pt modelId="{702FFA77-08FA-475F-8FCE-12F662F15360}" type="parTrans" cxnId="{32308808-29F4-4BF3-84D9-B99814B64BA4}">
      <dgm:prSet/>
      <dgm:spPr>
        <a:ln>
          <a:solidFill>
            <a:srgbClr val="3AAEBB"/>
          </a:solidFill>
        </a:ln>
      </dgm:spPr>
      <dgm:t>
        <a:bodyPr/>
        <a:lstStyle/>
        <a:p>
          <a:endParaRPr lang="de-CH">
            <a:solidFill>
              <a:schemeClr val="tx1"/>
            </a:solidFill>
          </a:endParaRPr>
        </a:p>
      </dgm:t>
    </dgm:pt>
    <dgm:pt modelId="{371F7B9A-63C6-4DFC-AAE2-F864681F4FF3}" type="sibTrans" cxnId="{32308808-29F4-4BF3-84D9-B99814B64BA4}">
      <dgm:prSet/>
      <dgm:spPr/>
      <dgm:t>
        <a:bodyPr/>
        <a:lstStyle/>
        <a:p>
          <a:endParaRPr lang="de-CH">
            <a:solidFill>
              <a:schemeClr val="tx1"/>
            </a:solidFill>
          </a:endParaRPr>
        </a:p>
      </dgm:t>
    </dgm:pt>
    <dgm:pt modelId="{35CF3C5B-E754-432A-9028-9BA0173235DA}" type="pres">
      <dgm:prSet presAssocID="{BD53CA9E-653B-40F7-92AB-2F42563CDC93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de-CH"/>
        </a:p>
      </dgm:t>
    </dgm:pt>
    <dgm:pt modelId="{0D189B01-AA63-4C11-B97F-13A9D8A39555}" type="pres">
      <dgm:prSet presAssocID="{C196E529-2F43-401D-A99B-C0CA99802570}" presName="hierRoot1" presStyleCnt="0">
        <dgm:presLayoutVars>
          <dgm:hierBranch val="init"/>
        </dgm:presLayoutVars>
      </dgm:prSet>
      <dgm:spPr/>
    </dgm:pt>
    <dgm:pt modelId="{B9A1A80D-D6BE-4E82-BBF4-699DC93FDB12}" type="pres">
      <dgm:prSet presAssocID="{C196E529-2F43-401D-A99B-C0CA99802570}" presName="rootComposite1" presStyleCnt="0"/>
      <dgm:spPr/>
    </dgm:pt>
    <dgm:pt modelId="{E4028F64-E104-48FE-B868-C0304FDAAB33}" type="pres">
      <dgm:prSet presAssocID="{C196E529-2F43-401D-A99B-C0CA99802570}" presName="rootText1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de-CH"/>
        </a:p>
      </dgm:t>
    </dgm:pt>
    <dgm:pt modelId="{C974FAB5-E8B5-4733-8972-3094C5E3EF85}" type="pres">
      <dgm:prSet presAssocID="{C196E529-2F43-401D-A99B-C0CA99802570}" presName="topArc1" presStyleLbl="parChTrans1D1" presStyleIdx="0" presStyleCnt="18"/>
      <dgm:spPr>
        <a:ln>
          <a:solidFill>
            <a:srgbClr val="3AAEBB"/>
          </a:solidFill>
        </a:ln>
      </dgm:spPr>
      <dgm:t>
        <a:bodyPr/>
        <a:lstStyle/>
        <a:p>
          <a:endParaRPr lang="de-DE"/>
        </a:p>
      </dgm:t>
    </dgm:pt>
    <dgm:pt modelId="{CCDB2CF1-E781-438B-BF14-806949E7A71E}" type="pres">
      <dgm:prSet presAssocID="{C196E529-2F43-401D-A99B-C0CA99802570}" presName="bottomArc1" presStyleLbl="parChTrans1D1" presStyleIdx="1" presStyleCnt="18"/>
      <dgm:spPr>
        <a:ln>
          <a:solidFill>
            <a:srgbClr val="3AAEBB"/>
          </a:solidFill>
        </a:ln>
      </dgm:spPr>
      <dgm:t>
        <a:bodyPr/>
        <a:lstStyle/>
        <a:p>
          <a:endParaRPr lang="de-DE"/>
        </a:p>
      </dgm:t>
    </dgm:pt>
    <dgm:pt modelId="{45835ECE-C717-4AC6-8810-4BEF1D09BF54}" type="pres">
      <dgm:prSet presAssocID="{C196E529-2F43-401D-A99B-C0CA99802570}" presName="topConnNode1" presStyleLbl="node1" presStyleIdx="0" presStyleCnt="0"/>
      <dgm:spPr/>
      <dgm:t>
        <a:bodyPr/>
        <a:lstStyle/>
        <a:p>
          <a:endParaRPr lang="de-CH"/>
        </a:p>
      </dgm:t>
    </dgm:pt>
    <dgm:pt modelId="{F8144EBA-C70F-4056-8CCA-684ACB5C0A1E}" type="pres">
      <dgm:prSet presAssocID="{C196E529-2F43-401D-A99B-C0CA99802570}" presName="hierChild2" presStyleCnt="0"/>
      <dgm:spPr/>
    </dgm:pt>
    <dgm:pt modelId="{638F3699-312C-4144-9BA3-E720151A6BED}" type="pres">
      <dgm:prSet presAssocID="{C4D006B0-F829-4278-B8DC-3F0DD68E6D58}" presName="Name28" presStyleLbl="parChTrans1D2" presStyleIdx="0" presStyleCnt="3"/>
      <dgm:spPr/>
      <dgm:t>
        <a:bodyPr/>
        <a:lstStyle/>
        <a:p>
          <a:endParaRPr lang="de-CH"/>
        </a:p>
      </dgm:t>
    </dgm:pt>
    <dgm:pt modelId="{1DF3F498-91DC-4744-A35C-3B25B23B0EC6}" type="pres">
      <dgm:prSet presAssocID="{7FFE4A05-717A-478D-A9B6-0CD1A144DDAC}" presName="hierRoot2" presStyleCnt="0">
        <dgm:presLayoutVars>
          <dgm:hierBranch val="init"/>
        </dgm:presLayoutVars>
      </dgm:prSet>
      <dgm:spPr/>
    </dgm:pt>
    <dgm:pt modelId="{A1BBA38D-DAD9-48E0-B7CC-F5BAC780B497}" type="pres">
      <dgm:prSet presAssocID="{7FFE4A05-717A-478D-A9B6-0CD1A144DDAC}" presName="rootComposite2" presStyleCnt="0"/>
      <dgm:spPr/>
    </dgm:pt>
    <dgm:pt modelId="{8F7977DF-E2A4-415F-8600-5E6B4175B054}" type="pres">
      <dgm:prSet presAssocID="{7FFE4A05-717A-478D-A9B6-0CD1A144DDAC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de-CH"/>
        </a:p>
      </dgm:t>
    </dgm:pt>
    <dgm:pt modelId="{6A3382EA-080F-44EF-A0FD-107AC58197C2}" type="pres">
      <dgm:prSet presAssocID="{7FFE4A05-717A-478D-A9B6-0CD1A144DDAC}" presName="topArc2" presStyleLbl="parChTrans1D1" presStyleIdx="2" presStyleCnt="18"/>
      <dgm:spPr>
        <a:ln>
          <a:solidFill>
            <a:srgbClr val="3AAEBB"/>
          </a:solidFill>
        </a:ln>
      </dgm:spPr>
      <dgm:t>
        <a:bodyPr/>
        <a:lstStyle/>
        <a:p>
          <a:endParaRPr lang="de-DE"/>
        </a:p>
      </dgm:t>
    </dgm:pt>
    <dgm:pt modelId="{FF993E3F-C29C-4C98-9C56-B89F2CEBA85C}" type="pres">
      <dgm:prSet presAssocID="{7FFE4A05-717A-478D-A9B6-0CD1A144DDAC}" presName="bottomArc2" presStyleLbl="parChTrans1D1" presStyleIdx="3" presStyleCnt="18"/>
      <dgm:spPr>
        <a:ln>
          <a:solidFill>
            <a:srgbClr val="3AAEBB"/>
          </a:solidFill>
        </a:ln>
      </dgm:spPr>
      <dgm:t>
        <a:bodyPr/>
        <a:lstStyle/>
        <a:p>
          <a:endParaRPr lang="de-DE"/>
        </a:p>
      </dgm:t>
    </dgm:pt>
    <dgm:pt modelId="{85BE29DE-AB31-46EA-9E20-4396C4823EF7}" type="pres">
      <dgm:prSet presAssocID="{7FFE4A05-717A-478D-A9B6-0CD1A144DDAC}" presName="topConnNode2" presStyleLbl="node2" presStyleIdx="0" presStyleCnt="0"/>
      <dgm:spPr/>
      <dgm:t>
        <a:bodyPr/>
        <a:lstStyle/>
        <a:p>
          <a:endParaRPr lang="de-CH"/>
        </a:p>
      </dgm:t>
    </dgm:pt>
    <dgm:pt modelId="{E15692B9-2612-4A7E-BCB7-5ECC255DE7E0}" type="pres">
      <dgm:prSet presAssocID="{7FFE4A05-717A-478D-A9B6-0CD1A144DDAC}" presName="hierChild4" presStyleCnt="0"/>
      <dgm:spPr/>
    </dgm:pt>
    <dgm:pt modelId="{623D1CC5-DB1D-4798-BD2C-D7ACA9143E4E}" type="pres">
      <dgm:prSet presAssocID="{C6F63460-BF78-428E-B28B-3E5674C69D78}" presName="Name28" presStyleLbl="parChTrans1D3" presStyleIdx="0" presStyleCnt="5"/>
      <dgm:spPr/>
      <dgm:t>
        <a:bodyPr/>
        <a:lstStyle/>
        <a:p>
          <a:endParaRPr lang="de-CH"/>
        </a:p>
      </dgm:t>
    </dgm:pt>
    <dgm:pt modelId="{F8032455-8D04-48B9-A50F-4B6DDDB8A763}" type="pres">
      <dgm:prSet presAssocID="{7FDE92FF-08A0-4F20-B8D8-86F302CAB344}" presName="hierRoot2" presStyleCnt="0">
        <dgm:presLayoutVars>
          <dgm:hierBranch val="init"/>
        </dgm:presLayoutVars>
      </dgm:prSet>
      <dgm:spPr/>
    </dgm:pt>
    <dgm:pt modelId="{BC30CD6B-0480-4D99-BD40-DF452C0B9E8F}" type="pres">
      <dgm:prSet presAssocID="{7FDE92FF-08A0-4F20-B8D8-86F302CAB344}" presName="rootComposite2" presStyleCnt="0"/>
      <dgm:spPr/>
    </dgm:pt>
    <dgm:pt modelId="{E7CDBF48-9B4A-4ADD-95EE-9F5212D9B1DD}" type="pres">
      <dgm:prSet presAssocID="{7FDE92FF-08A0-4F20-B8D8-86F302CAB344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de-CH"/>
        </a:p>
      </dgm:t>
    </dgm:pt>
    <dgm:pt modelId="{56FF1FF5-4632-4581-A046-5CB8E5A8950C}" type="pres">
      <dgm:prSet presAssocID="{7FDE92FF-08A0-4F20-B8D8-86F302CAB344}" presName="topArc2" presStyleLbl="parChTrans1D1" presStyleIdx="4" presStyleCnt="18"/>
      <dgm:spPr>
        <a:ln>
          <a:solidFill>
            <a:srgbClr val="3AAEBB"/>
          </a:solidFill>
        </a:ln>
      </dgm:spPr>
      <dgm:t>
        <a:bodyPr/>
        <a:lstStyle/>
        <a:p>
          <a:endParaRPr lang="de-DE"/>
        </a:p>
      </dgm:t>
    </dgm:pt>
    <dgm:pt modelId="{2BB00F2F-3C88-489D-A2CD-97B881947FAF}" type="pres">
      <dgm:prSet presAssocID="{7FDE92FF-08A0-4F20-B8D8-86F302CAB344}" presName="bottomArc2" presStyleLbl="parChTrans1D1" presStyleIdx="5" presStyleCnt="18"/>
      <dgm:spPr>
        <a:ln>
          <a:solidFill>
            <a:srgbClr val="3AAEBB"/>
          </a:solidFill>
        </a:ln>
      </dgm:spPr>
      <dgm:t>
        <a:bodyPr/>
        <a:lstStyle/>
        <a:p>
          <a:endParaRPr lang="de-DE"/>
        </a:p>
      </dgm:t>
    </dgm:pt>
    <dgm:pt modelId="{6D2D9939-F8E5-4710-B380-B29F86555174}" type="pres">
      <dgm:prSet presAssocID="{7FDE92FF-08A0-4F20-B8D8-86F302CAB344}" presName="topConnNode2" presStyleLbl="node3" presStyleIdx="0" presStyleCnt="0"/>
      <dgm:spPr/>
      <dgm:t>
        <a:bodyPr/>
        <a:lstStyle/>
        <a:p>
          <a:endParaRPr lang="de-CH"/>
        </a:p>
      </dgm:t>
    </dgm:pt>
    <dgm:pt modelId="{9D03D35D-73A2-43C3-A68F-A5180E2CAC58}" type="pres">
      <dgm:prSet presAssocID="{7FDE92FF-08A0-4F20-B8D8-86F302CAB344}" presName="hierChild4" presStyleCnt="0"/>
      <dgm:spPr/>
    </dgm:pt>
    <dgm:pt modelId="{C9CA28E8-A8C8-4408-92CD-9C72F051B265}" type="pres">
      <dgm:prSet presAssocID="{7FDE92FF-08A0-4F20-B8D8-86F302CAB344}" presName="hierChild5" presStyleCnt="0"/>
      <dgm:spPr/>
    </dgm:pt>
    <dgm:pt modelId="{63C48279-4A86-44ED-A2EA-AA7DEDE779FE}" type="pres">
      <dgm:prSet presAssocID="{7FFE4A05-717A-478D-A9B6-0CD1A144DDAC}" presName="hierChild5" presStyleCnt="0"/>
      <dgm:spPr/>
    </dgm:pt>
    <dgm:pt modelId="{C2B40F4C-A587-429D-A7C1-ED29A4454585}" type="pres">
      <dgm:prSet presAssocID="{3153F1E2-33A0-4CE7-BF79-F7A082CA669B}" presName="Name28" presStyleLbl="parChTrans1D2" presStyleIdx="1" presStyleCnt="3"/>
      <dgm:spPr/>
      <dgm:t>
        <a:bodyPr/>
        <a:lstStyle/>
        <a:p>
          <a:endParaRPr lang="de-CH"/>
        </a:p>
      </dgm:t>
    </dgm:pt>
    <dgm:pt modelId="{0136B944-A890-4DC1-8825-43D65D6E7D26}" type="pres">
      <dgm:prSet presAssocID="{0A0D9C5E-E7DF-4F30-B497-656CCEF16ACC}" presName="hierRoot2" presStyleCnt="0">
        <dgm:presLayoutVars>
          <dgm:hierBranch val="init"/>
        </dgm:presLayoutVars>
      </dgm:prSet>
      <dgm:spPr/>
    </dgm:pt>
    <dgm:pt modelId="{956D6ABE-F4A4-4ABD-91BB-D0F611D2AC91}" type="pres">
      <dgm:prSet presAssocID="{0A0D9C5E-E7DF-4F30-B497-656CCEF16ACC}" presName="rootComposite2" presStyleCnt="0"/>
      <dgm:spPr/>
    </dgm:pt>
    <dgm:pt modelId="{E9D3CD36-8CFB-44EB-8987-561AF3285B42}" type="pres">
      <dgm:prSet presAssocID="{0A0D9C5E-E7DF-4F30-B497-656CCEF16ACC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de-CH"/>
        </a:p>
      </dgm:t>
    </dgm:pt>
    <dgm:pt modelId="{352BD33C-61AC-4E6D-B103-16568105DDC9}" type="pres">
      <dgm:prSet presAssocID="{0A0D9C5E-E7DF-4F30-B497-656CCEF16ACC}" presName="topArc2" presStyleLbl="parChTrans1D1" presStyleIdx="6" presStyleCnt="18"/>
      <dgm:spPr>
        <a:ln>
          <a:solidFill>
            <a:srgbClr val="3AAEBB"/>
          </a:solidFill>
        </a:ln>
      </dgm:spPr>
      <dgm:t>
        <a:bodyPr/>
        <a:lstStyle/>
        <a:p>
          <a:endParaRPr lang="de-DE"/>
        </a:p>
      </dgm:t>
    </dgm:pt>
    <dgm:pt modelId="{55E3F3FB-D902-40D2-9E75-CFCCF8A7A0C5}" type="pres">
      <dgm:prSet presAssocID="{0A0D9C5E-E7DF-4F30-B497-656CCEF16ACC}" presName="bottomArc2" presStyleLbl="parChTrans1D1" presStyleIdx="7" presStyleCnt="18"/>
      <dgm:spPr>
        <a:ln>
          <a:solidFill>
            <a:srgbClr val="3AAEBB"/>
          </a:solidFill>
        </a:ln>
      </dgm:spPr>
      <dgm:t>
        <a:bodyPr/>
        <a:lstStyle/>
        <a:p>
          <a:endParaRPr lang="de-DE"/>
        </a:p>
      </dgm:t>
    </dgm:pt>
    <dgm:pt modelId="{8D7ECB4E-3DA5-4884-AC32-3F0A6A53B16E}" type="pres">
      <dgm:prSet presAssocID="{0A0D9C5E-E7DF-4F30-B497-656CCEF16ACC}" presName="topConnNode2" presStyleLbl="node2" presStyleIdx="0" presStyleCnt="0"/>
      <dgm:spPr/>
      <dgm:t>
        <a:bodyPr/>
        <a:lstStyle/>
        <a:p>
          <a:endParaRPr lang="de-CH"/>
        </a:p>
      </dgm:t>
    </dgm:pt>
    <dgm:pt modelId="{A8E99868-CE55-477B-844D-975B9908972C}" type="pres">
      <dgm:prSet presAssocID="{0A0D9C5E-E7DF-4F30-B497-656CCEF16ACC}" presName="hierChild4" presStyleCnt="0"/>
      <dgm:spPr/>
    </dgm:pt>
    <dgm:pt modelId="{F04F1185-3D15-441A-9AFD-643F00CC33A1}" type="pres">
      <dgm:prSet presAssocID="{9F07C7D6-D734-462A-8F20-C649144A314E}" presName="Name28" presStyleLbl="parChTrans1D3" presStyleIdx="1" presStyleCnt="5"/>
      <dgm:spPr/>
      <dgm:t>
        <a:bodyPr/>
        <a:lstStyle/>
        <a:p>
          <a:endParaRPr lang="de-CH"/>
        </a:p>
      </dgm:t>
    </dgm:pt>
    <dgm:pt modelId="{2B802721-864C-40FA-8CD7-EFACD8921BB8}" type="pres">
      <dgm:prSet presAssocID="{EF6BDFEC-BB15-4FEE-85A8-90B7214C72F1}" presName="hierRoot2" presStyleCnt="0">
        <dgm:presLayoutVars>
          <dgm:hierBranch val="init"/>
        </dgm:presLayoutVars>
      </dgm:prSet>
      <dgm:spPr/>
    </dgm:pt>
    <dgm:pt modelId="{61E2A4E6-88F1-40DF-8864-B8B132D86872}" type="pres">
      <dgm:prSet presAssocID="{EF6BDFEC-BB15-4FEE-85A8-90B7214C72F1}" presName="rootComposite2" presStyleCnt="0"/>
      <dgm:spPr/>
    </dgm:pt>
    <dgm:pt modelId="{18FC7F58-E5F2-47CD-B7BC-7D23DC9F518B}" type="pres">
      <dgm:prSet presAssocID="{EF6BDFEC-BB15-4FEE-85A8-90B7214C72F1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de-CH"/>
        </a:p>
      </dgm:t>
    </dgm:pt>
    <dgm:pt modelId="{18A66A71-3E2F-4E49-BF00-B217CA8E5871}" type="pres">
      <dgm:prSet presAssocID="{EF6BDFEC-BB15-4FEE-85A8-90B7214C72F1}" presName="topArc2" presStyleLbl="parChTrans1D1" presStyleIdx="8" presStyleCnt="18"/>
      <dgm:spPr>
        <a:ln>
          <a:solidFill>
            <a:srgbClr val="3AAEBB"/>
          </a:solidFill>
        </a:ln>
      </dgm:spPr>
      <dgm:t>
        <a:bodyPr/>
        <a:lstStyle/>
        <a:p>
          <a:endParaRPr lang="de-DE"/>
        </a:p>
      </dgm:t>
    </dgm:pt>
    <dgm:pt modelId="{13816A85-90DC-485C-9CE2-D101CDE168BE}" type="pres">
      <dgm:prSet presAssocID="{EF6BDFEC-BB15-4FEE-85A8-90B7214C72F1}" presName="bottomArc2" presStyleLbl="parChTrans1D1" presStyleIdx="9" presStyleCnt="18"/>
      <dgm:spPr>
        <a:ln>
          <a:solidFill>
            <a:srgbClr val="3AAEBB"/>
          </a:solidFill>
        </a:ln>
      </dgm:spPr>
      <dgm:t>
        <a:bodyPr/>
        <a:lstStyle/>
        <a:p>
          <a:endParaRPr lang="de-DE"/>
        </a:p>
      </dgm:t>
    </dgm:pt>
    <dgm:pt modelId="{C7D6CA41-2EC8-4AB0-B075-95C82ECDEA9B}" type="pres">
      <dgm:prSet presAssocID="{EF6BDFEC-BB15-4FEE-85A8-90B7214C72F1}" presName="topConnNode2" presStyleLbl="node3" presStyleIdx="0" presStyleCnt="0"/>
      <dgm:spPr/>
      <dgm:t>
        <a:bodyPr/>
        <a:lstStyle/>
        <a:p>
          <a:endParaRPr lang="de-CH"/>
        </a:p>
      </dgm:t>
    </dgm:pt>
    <dgm:pt modelId="{4CB61D2B-E8BF-41D8-BF27-1121F1EA21D8}" type="pres">
      <dgm:prSet presAssocID="{EF6BDFEC-BB15-4FEE-85A8-90B7214C72F1}" presName="hierChild4" presStyleCnt="0"/>
      <dgm:spPr/>
    </dgm:pt>
    <dgm:pt modelId="{EA2D45F2-B3A7-4003-83C8-1527D44BD57A}" type="pres">
      <dgm:prSet presAssocID="{EF6BDFEC-BB15-4FEE-85A8-90B7214C72F1}" presName="hierChild5" presStyleCnt="0"/>
      <dgm:spPr/>
    </dgm:pt>
    <dgm:pt modelId="{4E205D0A-8500-420C-AF95-81DB27FFBF20}" type="pres">
      <dgm:prSet presAssocID="{7ED75237-0380-458E-8192-765D20242B9E}" presName="Name28" presStyleLbl="parChTrans1D3" presStyleIdx="2" presStyleCnt="5"/>
      <dgm:spPr/>
      <dgm:t>
        <a:bodyPr/>
        <a:lstStyle/>
        <a:p>
          <a:endParaRPr lang="de-CH"/>
        </a:p>
      </dgm:t>
    </dgm:pt>
    <dgm:pt modelId="{A9B658E1-D88D-439F-8259-B3CD30A43125}" type="pres">
      <dgm:prSet presAssocID="{3A311818-FBAC-49CC-8A16-4217793B38FB}" presName="hierRoot2" presStyleCnt="0">
        <dgm:presLayoutVars>
          <dgm:hierBranch val="init"/>
        </dgm:presLayoutVars>
      </dgm:prSet>
      <dgm:spPr/>
    </dgm:pt>
    <dgm:pt modelId="{FB914C58-E5C5-4728-A3AA-58F69F739EAB}" type="pres">
      <dgm:prSet presAssocID="{3A311818-FBAC-49CC-8A16-4217793B38FB}" presName="rootComposite2" presStyleCnt="0"/>
      <dgm:spPr/>
    </dgm:pt>
    <dgm:pt modelId="{7579F395-391F-4017-9996-17DBC75E016A}" type="pres">
      <dgm:prSet presAssocID="{3A311818-FBAC-49CC-8A16-4217793B38FB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de-CH"/>
        </a:p>
      </dgm:t>
    </dgm:pt>
    <dgm:pt modelId="{C10DB259-CEE6-4387-82D4-249161CFA168}" type="pres">
      <dgm:prSet presAssocID="{3A311818-FBAC-49CC-8A16-4217793B38FB}" presName="topArc2" presStyleLbl="parChTrans1D1" presStyleIdx="10" presStyleCnt="18"/>
      <dgm:spPr>
        <a:ln>
          <a:solidFill>
            <a:srgbClr val="3AAEBB"/>
          </a:solidFill>
        </a:ln>
      </dgm:spPr>
      <dgm:t>
        <a:bodyPr/>
        <a:lstStyle/>
        <a:p>
          <a:endParaRPr lang="de-DE"/>
        </a:p>
      </dgm:t>
    </dgm:pt>
    <dgm:pt modelId="{3B61C9A0-B908-4162-833B-1A4B7E9A3223}" type="pres">
      <dgm:prSet presAssocID="{3A311818-FBAC-49CC-8A16-4217793B38FB}" presName="bottomArc2" presStyleLbl="parChTrans1D1" presStyleIdx="11" presStyleCnt="18"/>
      <dgm:spPr>
        <a:ln>
          <a:solidFill>
            <a:srgbClr val="3AAEBB"/>
          </a:solidFill>
        </a:ln>
      </dgm:spPr>
      <dgm:t>
        <a:bodyPr/>
        <a:lstStyle/>
        <a:p>
          <a:endParaRPr lang="de-DE"/>
        </a:p>
      </dgm:t>
    </dgm:pt>
    <dgm:pt modelId="{1C97DC5E-88FF-4AB2-8D85-4B6BB4DE22F1}" type="pres">
      <dgm:prSet presAssocID="{3A311818-FBAC-49CC-8A16-4217793B38FB}" presName="topConnNode2" presStyleLbl="node3" presStyleIdx="0" presStyleCnt="0"/>
      <dgm:spPr/>
      <dgm:t>
        <a:bodyPr/>
        <a:lstStyle/>
        <a:p>
          <a:endParaRPr lang="de-CH"/>
        </a:p>
      </dgm:t>
    </dgm:pt>
    <dgm:pt modelId="{19927415-4BEF-4FA7-859B-272B66A8D266}" type="pres">
      <dgm:prSet presAssocID="{3A311818-FBAC-49CC-8A16-4217793B38FB}" presName="hierChild4" presStyleCnt="0"/>
      <dgm:spPr/>
    </dgm:pt>
    <dgm:pt modelId="{DA21CEF8-E5E3-4972-848E-88F2FC69F1EC}" type="pres">
      <dgm:prSet presAssocID="{3A311818-FBAC-49CC-8A16-4217793B38FB}" presName="hierChild5" presStyleCnt="0"/>
      <dgm:spPr/>
    </dgm:pt>
    <dgm:pt modelId="{1AE8D774-1FD4-4363-A7A9-90E872EB833B}" type="pres">
      <dgm:prSet presAssocID="{0A0D9C5E-E7DF-4F30-B497-656CCEF16ACC}" presName="hierChild5" presStyleCnt="0"/>
      <dgm:spPr/>
    </dgm:pt>
    <dgm:pt modelId="{BCFD5DB9-ADD0-4176-B162-AAD64484C385}" type="pres">
      <dgm:prSet presAssocID="{3AD154FF-92F8-49BA-AFF3-A9E55B7131EE}" presName="Name28" presStyleLbl="parChTrans1D2" presStyleIdx="2" presStyleCnt="3"/>
      <dgm:spPr/>
      <dgm:t>
        <a:bodyPr/>
        <a:lstStyle/>
        <a:p>
          <a:endParaRPr lang="de-CH"/>
        </a:p>
      </dgm:t>
    </dgm:pt>
    <dgm:pt modelId="{3320B7B0-7BEB-40CC-82AE-1525E26792F8}" type="pres">
      <dgm:prSet presAssocID="{E8EB1E09-8126-4CDE-85A5-8E6BDAD61B06}" presName="hierRoot2" presStyleCnt="0">
        <dgm:presLayoutVars>
          <dgm:hierBranch val="init"/>
        </dgm:presLayoutVars>
      </dgm:prSet>
      <dgm:spPr/>
    </dgm:pt>
    <dgm:pt modelId="{563F6A35-BEB6-455A-B053-83338F17967C}" type="pres">
      <dgm:prSet presAssocID="{E8EB1E09-8126-4CDE-85A5-8E6BDAD61B06}" presName="rootComposite2" presStyleCnt="0"/>
      <dgm:spPr/>
    </dgm:pt>
    <dgm:pt modelId="{DEDE0979-E87C-4F77-9740-CF523A7964DF}" type="pres">
      <dgm:prSet presAssocID="{E8EB1E09-8126-4CDE-85A5-8E6BDAD61B06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de-CH"/>
        </a:p>
      </dgm:t>
    </dgm:pt>
    <dgm:pt modelId="{BA1263CD-C5C7-40A0-8B38-F0010BC0D6FA}" type="pres">
      <dgm:prSet presAssocID="{E8EB1E09-8126-4CDE-85A5-8E6BDAD61B06}" presName="topArc2" presStyleLbl="parChTrans1D1" presStyleIdx="12" presStyleCnt="18"/>
      <dgm:spPr>
        <a:ln>
          <a:solidFill>
            <a:srgbClr val="3AAEBB"/>
          </a:solidFill>
        </a:ln>
      </dgm:spPr>
      <dgm:t>
        <a:bodyPr/>
        <a:lstStyle/>
        <a:p>
          <a:endParaRPr lang="de-DE"/>
        </a:p>
      </dgm:t>
    </dgm:pt>
    <dgm:pt modelId="{F86AEED3-A96C-4B67-933D-3106BC284A1E}" type="pres">
      <dgm:prSet presAssocID="{E8EB1E09-8126-4CDE-85A5-8E6BDAD61B06}" presName="bottomArc2" presStyleLbl="parChTrans1D1" presStyleIdx="13" presStyleCnt="18"/>
      <dgm:spPr>
        <a:ln>
          <a:solidFill>
            <a:srgbClr val="3AAEBB"/>
          </a:solidFill>
        </a:ln>
      </dgm:spPr>
      <dgm:t>
        <a:bodyPr/>
        <a:lstStyle/>
        <a:p>
          <a:endParaRPr lang="de-DE"/>
        </a:p>
      </dgm:t>
    </dgm:pt>
    <dgm:pt modelId="{1B252CAD-C15C-407E-9B4E-712AE1CD348C}" type="pres">
      <dgm:prSet presAssocID="{E8EB1E09-8126-4CDE-85A5-8E6BDAD61B06}" presName="topConnNode2" presStyleLbl="node2" presStyleIdx="0" presStyleCnt="0"/>
      <dgm:spPr/>
      <dgm:t>
        <a:bodyPr/>
        <a:lstStyle/>
        <a:p>
          <a:endParaRPr lang="de-CH"/>
        </a:p>
      </dgm:t>
    </dgm:pt>
    <dgm:pt modelId="{E44A7C8C-050D-4B6E-85BB-946B612897E7}" type="pres">
      <dgm:prSet presAssocID="{E8EB1E09-8126-4CDE-85A5-8E6BDAD61B06}" presName="hierChild4" presStyleCnt="0"/>
      <dgm:spPr/>
    </dgm:pt>
    <dgm:pt modelId="{533D0D94-6C0A-4466-9291-FC943E8DD193}" type="pres">
      <dgm:prSet presAssocID="{FAD3983F-24CA-4347-AC8F-16C23CBA561A}" presName="Name28" presStyleLbl="parChTrans1D3" presStyleIdx="3" presStyleCnt="5"/>
      <dgm:spPr/>
      <dgm:t>
        <a:bodyPr/>
        <a:lstStyle/>
        <a:p>
          <a:endParaRPr lang="de-CH"/>
        </a:p>
      </dgm:t>
    </dgm:pt>
    <dgm:pt modelId="{24CCDB55-6FE1-4EB6-AAA1-69A2EF78D634}" type="pres">
      <dgm:prSet presAssocID="{AAA92614-792A-49B1-8F32-246BAD240D8E}" presName="hierRoot2" presStyleCnt="0">
        <dgm:presLayoutVars>
          <dgm:hierBranch val="init"/>
        </dgm:presLayoutVars>
      </dgm:prSet>
      <dgm:spPr/>
    </dgm:pt>
    <dgm:pt modelId="{99EBF09B-93EC-4AB1-898B-85A2A3F59309}" type="pres">
      <dgm:prSet presAssocID="{AAA92614-792A-49B1-8F32-246BAD240D8E}" presName="rootComposite2" presStyleCnt="0"/>
      <dgm:spPr/>
    </dgm:pt>
    <dgm:pt modelId="{E09550C2-A3C8-4BFF-80E8-ECD5D9D8ABE7}" type="pres">
      <dgm:prSet presAssocID="{AAA92614-792A-49B1-8F32-246BAD240D8E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de-CH"/>
        </a:p>
      </dgm:t>
    </dgm:pt>
    <dgm:pt modelId="{178A5CB2-9B7D-4DFB-BB48-CA5DB34A9B81}" type="pres">
      <dgm:prSet presAssocID="{AAA92614-792A-49B1-8F32-246BAD240D8E}" presName="topArc2" presStyleLbl="parChTrans1D1" presStyleIdx="14" presStyleCnt="18"/>
      <dgm:spPr>
        <a:ln>
          <a:solidFill>
            <a:srgbClr val="3AAEBB"/>
          </a:solidFill>
        </a:ln>
      </dgm:spPr>
      <dgm:t>
        <a:bodyPr/>
        <a:lstStyle/>
        <a:p>
          <a:endParaRPr lang="de-DE"/>
        </a:p>
      </dgm:t>
    </dgm:pt>
    <dgm:pt modelId="{F8DA573E-AD29-4D7E-83DE-FD303662EC30}" type="pres">
      <dgm:prSet presAssocID="{AAA92614-792A-49B1-8F32-246BAD240D8E}" presName="bottomArc2" presStyleLbl="parChTrans1D1" presStyleIdx="15" presStyleCnt="18"/>
      <dgm:spPr>
        <a:ln>
          <a:solidFill>
            <a:srgbClr val="3AAEBB"/>
          </a:solidFill>
        </a:ln>
      </dgm:spPr>
      <dgm:t>
        <a:bodyPr/>
        <a:lstStyle/>
        <a:p>
          <a:endParaRPr lang="de-DE"/>
        </a:p>
      </dgm:t>
    </dgm:pt>
    <dgm:pt modelId="{5733C3F3-FD2C-421C-AAFA-E653DB096B88}" type="pres">
      <dgm:prSet presAssocID="{AAA92614-792A-49B1-8F32-246BAD240D8E}" presName="topConnNode2" presStyleLbl="node3" presStyleIdx="0" presStyleCnt="0"/>
      <dgm:spPr/>
      <dgm:t>
        <a:bodyPr/>
        <a:lstStyle/>
        <a:p>
          <a:endParaRPr lang="de-CH"/>
        </a:p>
      </dgm:t>
    </dgm:pt>
    <dgm:pt modelId="{114EC3D8-815F-4F54-A552-5EC0FAB008F6}" type="pres">
      <dgm:prSet presAssocID="{AAA92614-792A-49B1-8F32-246BAD240D8E}" presName="hierChild4" presStyleCnt="0"/>
      <dgm:spPr/>
    </dgm:pt>
    <dgm:pt modelId="{4E09847A-6098-4060-A8A5-D9E601926404}" type="pres">
      <dgm:prSet presAssocID="{AAA92614-792A-49B1-8F32-246BAD240D8E}" presName="hierChild5" presStyleCnt="0"/>
      <dgm:spPr/>
    </dgm:pt>
    <dgm:pt modelId="{B5999A11-8442-4EDB-AC02-579EDAABCBA6}" type="pres">
      <dgm:prSet presAssocID="{702FFA77-08FA-475F-8FCE-12F662F15360}" presName="Name28" presStyleLbl="parChTrans1D3" presStyleIdx="4" presStyleCnt="5"/>
      <dgm:spPr/>
      <dgm:t>
        <a:bodyPr/>
        <a:lstStyle/>
        <a:p>
          <a:endParaRPr lang="de-CH"/>
        </a:p>
      </dgm:t>
    </dgm:pt>
    <dgm:pt modelId="{09D2FDB7-110F-43C8-9BF2-291E520F81CF}" type="pres">
      <dgm:prSet presAssocID="{8D8F30FD-948A-48DD-8CC2-C7D0B2963687}" presName="hierRoot2" presStyleCnt="0">
        <dgm:presLayoutVars>
          <dgm:hierBranch val="init"/>
        </dgm:presLayoutVars>
      </dgm:prSet>
      <dgm:spPr/>
    </dgm:pt>
    <dgm:pt modelId="{22881C5B-5FE5-40C0-9784-248A6E527D96}" type="pres">
      <dgm:prSet presAssocID="{8D8F30FD-948A-48DD-8CC2-C7D0B2963687}" presName="rootComposite2" presStyleCnt="0"/>
      <dgm:spPr/>
    </dgm:pt>
    <dgm:pt modelId="{389267A5-F098-4957-9038-D70BC9E6147F}" type="pres">
      <dgm:prSet presAssocID="{8D8F30FD-948A-48DD-8CC2-C7D0B2963687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de-CH"/>
        </a:p>
      </dgm:t>
    </dgm:pt>
    <dgm:pt modelId="{03BE2ED1-ACEA-4073-A457-C4221C3A615B}" type="pres">
      <dgm:prSet presAssocID="{8D8F30FD-948A-48DD-8CC2-C7D0B2963687}" presName="topArc2" presStyleLbl="parChTrans1D1" presStyleIdx="16" presStyleCnt="18"/>
      <dgm:spPr>
        <a:ln>
          <a:solidFill>
            <a:srgbClr val="3AAEBB"/>
          </a:solidFill>
        </a:ln>
      </dgm:spPr>
      <dgm:t>
        <a:bodyPr/>
        <a:lstStyle/>
        <a:p>
          <a:endParaRPr lang="de-DE"/>
        </a:p>
      </dgm:t>
    </dgm:pt>
    <dgm:pt modelId="{13BCF51F-2B50-415A-BA15-A28B2710F58D}" type="pres">
      <dgm:prSet presAssocID="{8D8F30FD-948A-48DD-8CC2-C7D0B2963687}" presName="bottomArc2" presStyleLbl="parChTrans1D1" presStyleIdx="17" presStyleCnt="18"/>
      <dgm:spPr>
        <a:ln>
          <a:solidFill>
            <a:srgbClr val="3AAEBB"/>
          </a:solidFill>
        </a:ln>
      </dgm:spPr>
      <dgm:t>
        <a:bodyPr/>
        <a:lstStyle/>
        <a:p>
          <a:endParaRPr lang="de-DE"/>
        </a:p>
      </dgm:t>
    </dgm:pt>
    <dgm:pt modelId="{A32BE1D8-6A7B-4F55-A764-A3DBE4AE90EE}" type="pres">
      <dgm:prSet presAssocID="{8D8F30FD-948A-48DD-8CC2-C7D0B2963687}" presName="topConnNode2" presStyleLbl="node3" presStyleIdx="0" presStyleCnt="0"/>
      <dgm:spPr/>
      <dgm:t>
        <a:bodyPr/>
        <a:lstStyle/>
        <a:p>
          <a:endParaRPr lang="de-CH"/>
        </a:p>
      </dgm:t>
    </dgm:pt>
    <dgm:pt modelId="{C36E1464-C065-41B3-A633-DF6080795249}" type="pres">
      <dgm:prSet presAssocID="{8D8F30FD-948A-48DD-8CC2-C7D0B2963687}" presName="hierChild4" presStyleCnt="0"/>
      <dgm:spPr/>
    </dgm:pt>
    <dgm:pt modelId="{88431C57-D10D-4A55-8F35-39642BCC8AC6}" type="pres">
      <dgm:prSet presAssocID="{8D8F30FD-948A-48DD-8CC2-C7D0B2963687}" presName="hierChild5" presStyleCnt="0"/>
      <dgm:spPr/>
    </dgm:pt>
    <dgm:pt modelId="{4CD4FBC9-C274-4105-8E38-0F8905E2131A}" type="pres">
      <dgm:prSet presAssocID="{E8EB1E09-8126-4CDE-85A5-8E6BDAD61B06}" presName="hierChild5" presStyleCnt="0"/>
      <dgm:spPr/>
    </dgm:pt>
    <dgm:pt modelId="{23B97B41-32E1-489F-AE78-AC68BF01E6CD}" type="pres">
      <dgm:prSet presAssocID="{C196E529-2F43-401D-A99B-C0CA99802570}" presName="hierChild3" presStyleCnt="0"/>
      <dgm:spPr/>
    </dgm:pt>
  </dgm:ptLst>
  <dgm:cxnLst>
    <dgm:cxn modelId="{9DF36FA2-489C-4AD7-958D-9A82718282B3}" srcId="{C196E529-2F43-401D-A99B-C0CA99802570}" destId="{E8EB1E09-8126-4CDE-85A5-8E6BDAD61B06}" srcOrd="2" destOrd="0" parTransId="{3AD154FF-92F8-49BA-AFF3-A9E55B7131EE}" sibTransId="{45257991-6886-4E92-99C8-44E964851D6B}"/>
    <dgm:cxn modelId="{DBC182F7-CD8E-4B2B-9ED1-5A58CB6CEFB1}" type="presOf" srcId="{EF6BDFEC-BB15-4FEE-85A8-90B7214C72F1}" destId="{C7D6CA41-2EC8-4AB0-B075-95C82ECDEA9B}" srcOrd="1" destOrd="0" presId="urn:microsoft.com/office/officeart/2008/layout/HalfCircleOrganizationChart"/>
    <dgm:cxn modelId="{FF59C90E-4551-434F-AD40-429F26A2BB55}" srcId="{C196E529-2F43-401D-A99B-C0CA99802570}" destId="{0A0D9C5E-E7DF-4F30-B497-656CCEF16ACC}" srcOrd="1" destOrd="0" parTransId="{3153F1E2-33A0-4CE7-BF79-F7A082CA669B}" sibTransId="{48FF631A-249F-4621-8225-0177388B2A1A}"/>
    <dgm:cxn modelId="{AF529102-9825-4E14-A3A3-7CA23C7D6759}" type="presOf" srcId="{7FFE4A05-717A-478D-A9B6-0CD1A144DDAC}" destId="{85BE29DE-AB31-46EA-9E20-4396C4823EF7}" srcOrd="1" destOrd="0" presId="urn:microsoft.com/office/officeart/2008/layout/HalfCircleOrganizationChart"/>
    <dgm:cxn modelId="{1FF0A2C9-C024-4FAB-B4BE-5460A017FFD9}" type="presOf" srcId="{C196E529-2F43-401D-A99B-C0CA99802570}" destId="{45835ECE-C717-4AC6-8810-4BEF1D09BF54}" srcOrd="1" destOrd="0" presId="urn:microsoft.com/office/officeart/2008/layout/HalfCircleOrganizationChart"/>
    <dgm:cxn modelId="{7E7EC156-EA20-4517-85B1-9B5D89A69043}" type="presOf" srcId="{3A311818-FBAC-49CC-8A16-4217793B38FB}" destId="{1C97DC5E-88FF-4AB2-8D85-4B6BB4DE22F1}" srcOrd="1" destOrd="0" presId="urn:microsoft.com/office/officeart/2008/layout/HalfCircleOrganizationChart"/>
    <dgm:cxn modelId="{4035BF98-DA2F-46CA-AE53-D454604844E6}" type="presOf" srcId="{EF6BDFEC-BB15-4FEE-85A8-90B7214C72F1}" destId="{18FC7F58-E5F2-47CD-B7BC-7D23DC9F518B}" srcOrd="0" destOrd="0" presId="urn:microsoft.com/office/officeart/2008/layout/HalfCircleOrganizationChart"/>
    <dgm:cxn modelId="{FB7037A1-BB70-446F-9136-76E521630B6B}" type="presOf" srcId="{C4D006B0-F829-4278-B8DC-3F0DD68E6D58}" destId="{638F3699-312C-4144-9BA3-E720151A6BED}" srcOrd="0" destOrd="0" presId="urn:microsoft.com/office/officeart/2008/layout/HalfCircleOrganizationChart"/>
    <dgm:cxn modelId="{220030A1-B8DF-43C5-A4C2-376A818346A9}" srcId="{BD53CA9E-653B-40F7-92AB-2F42563CDC93}" destId="{C196E529-2F43-401D-A99B-C0CA99802570}" srcOrd="0" destOrd="0" parTransId="{F1AC9A33-2472-4212-9CB2-2F7F72CC58D0}" sibTransId="{0282D1DD-025D-42B1-9AC0-A59F28CD6C75}"/>
    <dgm:cxn modelId="{4083D2E4-CD2A-4A7F-86BC-943501441E45}" type="presOf" srcId="{C6F63460-BF78-428E-B28B-3E5674C69D78}" destId="{623D1CC5-DB1D-4798-BD2C-D7ACA9143E4E}" srcOrd="0" destOrd="0" presId="urn:microsoft.com/office/officeart/2008/layout/HalfCircleOrganizationChart"/>
    <dgm:cxn modelId="{54B2209D-68F3-4A32-B569-DBE992E9E2F4}" type="presOf" srcId="{FAD3983F-24CA-4347-AC8F-16C23CBA561A}" destId="{533D0D94-6C0A-4466-9291-FC943E8DD193}" srcOrd="0" destOrd="0" presId="urn:microsoft.com/office/officeart/2008/layout/HalfCircleOrganizationChart"/>
    <dgm:cxn modelId="{55055199-A8BE-49E0-A24E-63DEEC97B71F}" type="presOf" srcId="{E8EB1E09-8126-4CDE-85A5-8E6BDAD61B06}" destId="{DEDE0979-E87C-4F77-9740-CF523A7964DF}" srcOrd="0" destOrd="0" presId="urn:microsoft.com/office/officeart/2008/layout/HalfCircleOrganizationChart"/>
    <dgm:cxn modelId="{75E97E7C-8DF8-425E-9068-10967F459099}" type="presOf" srcId="{0A0D9C5E-E7DF-4F30-B497-656CCEF16ACC}" destId="{E9D3CD36-8CFB-44EB-8987-561AF3285B42}" srcOrd="0" destOrd="0" presId="urn:microsoft.com/office/officeart/2008/layout/HalfCircleOrganizationChart"/>
    <dgm:cxn modelId="{4C249755-25E2-4CFD-9F94-110046560E34}" srcId="{C196E529-2F43-401D-A99B-C0CA99802570}" destId="{7FFE4A05-717A-478D-A9B6-0CD1A144DDAC}" srcOrd="0" destOrd="0" parTransId="{C4D006B0-F829-4278-B8DC-3F0DD68E6D58}" sibTransId="{55CEC434-E217-48E2-BA23-74DE805962E4}"/>
    <dgm:cxn modelId="{13CCC339-93AA-4D68-AFF6-3C73AC995D7D}" srcId="{0A0D9C5E-E7DF-4F30-B497-656CCEF16ACC}" destId="{3A311818-FBAC-49CC-8A16-4217793B38FB}" srcOrd="1" destOrd="0" parTransId="{7ED75237-0380-458E-8192-765D20242B9E}" sibTransId="{E96416B6-0F2B-4097-8254-9187F85B580E}"/>
    <dgm:cxn modelId="{7C9210A2-2B26-4956-BE50-2BB33D007006}" type="presOf" srcId="{BD53CA9E-653B-40F7-92AB-2F42563CDC93}" destId="{35CF3C5B-E754-432A-9028-9BA0173235DA}" srcOrd="0" destOrd="0" presId="urn:microsoft.com/office/officeart/2008/layout/HalfCircleOrganizationChart"/>
    <dgm:cxn modelId="{A0890216-3144-4622-8EAB-A1BCB6973952}" type="presOf" srcId="{3AD154FF-92F8-49BA-AFF3-A9E55B7131EE}" destId="{BCFD5DB9-ADD0-4176-B162-AAD64484C385}" srcOrd="0" destOrd="0" presId="urn:microsoft.com/office/officeart/2008/layout/HalfCircleOrganizationChart"/>
    <dgm:cxn modelId="{CD826496-6656-4134-B843-F1B2D48C76A1}" type="presOf" srcId="{3153F1E2-33A0-4CE7-BF79-F7A082CA669B}" destId="{C2B40F4C-A587-429D-A7C1-ED29A4454585}" srcOrd="0" destOrd="0" presId="urn:microsoft.com/office/officeart/2008/layout/HalfCircleOrganizationChart"/>
    <dgm:cxn modelId="{33F7B47A-832E-4837-8CCA-8D6C44C76DA6}" type="presOf" srcId="{0A0D9C5E-E7DF-4F30-B497-656CCEF16ACC}" destId="{8D7ECB4E-3DA5-4884-AC32-3F0A6A53B16E}" srcOrd="1" destOrd="0" presId="urn:microsoft.com/office/officeart/2008/layout/HalfCircleOrganizationChart"/>
    <dgm:cxn modelId="{FA73E40C-9AAF-46D8-8857-855FA2CAA28B}" type="presOf" srcId="{AAA92614-792A-49B1-8F32-246BAD240D8E}" destId="{E09550C2-A3C8-4BFF-80E8-ECD5D9D8ABE7}" srcOrd="0" destOrd="0" presId="urn:microsoft.com/office/officeart/2008/layout/HalfCircleOrganizationChart"/>
    <dgm:cxn modelId="{DF3A683E-BD52-4520-AF80-9ED0D99A510B}" srcId="{7FFE4A05-717A-478D-A9B6-0CD1A144DDAC}" destId="{7FDE92FF-08A0-4F20-B8D8-86F302CAB344}" srcOrd="0" destOrd="0" parTransId="{C6F63460-BF78-428E-B28B-3E5674C69D78}" sibTransId="{CC1FECEB-22DE-45E0-871A-5761FE3F5E84}"/>
    <dgm:cxn modelId="{026C824A-5E66-434F-9EE7-C17AF5B8D485}" srcId="{0A0D9C5E-E7DF-4F30-B497-656CCEF16ACC}" destId="{EF6BDFEC-BB15-4FEE-85A8-90B7214C72F1}" srcOrd="0" destOrd="0" parTransId="{9F07C7D6-D734-462A-8F20-C649144A314E}" sibTransId="{90CB3AA5-9092-42B7-9323-98B9AF0BE35D}"/>
    <dgm:cxn modelId="{0A5FEA30-4C9F-4F29-93CA-5E60F028D201}" type="presOf" srcId="{C196E529-2F43-401D-A99B-C0CA99802570}" destId="{E4028F64-E104-48FE-B868-C0304FDAAB33}" srcOrd="0" destOrd="0" presId="urn:microsoft.com/office/officeart/2008/layout/HalfCircleOrganizationChart"/>
    <dgm:cxn modelId="{02B5495A-88CB-4158-9CEB-18CD9D2AA172}" type="presOf" srcId="{7ED75237-0380-458E-8192-765D20242B9E}" destId="{4E205D0A-8500-420C-AF95-81DB27FFBF20}" srcOrd="0" destOrd="0" presId="urn:microsoft.com/office/officeart/2008/layout/HalfCircleOrganizationChart"/>
    <dgm:cxn modelId="{167EE2FC-CBA2-4B5E-9D7D-4ECD8EBB532F}" type="presOf" srcId="{8D8F30FD-948A-48DD-8CC2-C7D0B2963687}" destId="{389267A5-F098-4957-9038-D70BC9E6147F}" srcOrd="0" destOrd="0" presId="urn:microsoft.com/office/officeart/2008/layout/HalfCircleOrganizationChart"/>
    <dgm:cxn modelId="{99591A56-0479-4032-BA56-4C0E4777F36B}" type="presOf" srcId="{3A311818-FBAC-49CC-8A16-4217793B38FB}" destId="{7579F395-391F-4017-9996-17DBC75E016A}" srcOrd="0" destOrd="0" presId="urn:microsoft.com/office/officeart/2008/layout/HalfCircleOrganizationChart"/>
    <dgm:cxn modelId="{04D571E5-AB55-4C42-B703-B8D17A13D562}" type="presOf" srcId="{9F07C7D6-D734-462A-8F20-C649144A314E}" destId="{F04F1185-3D15-441A-9AFD-643F00CC33A1}" srcOrd="0" destOrd="0" presId="urn:microsoft.com/office/officeart/2008/layout/HalfCircleOrganizationChart"/>
    <dgm:cxn modelId="{F259663E-7F87-48B0-8EA4-D498E3299B4C}" srcId="{E8EB1E09-8126-4CDE-85A5-8E6BDAD61B06}" destId="{AAA92614-792A-49B1-8F32-246BAD240D8E}" srcOrd="0" destOrd="0" parTransId="{FAD3983F-24CA-4347-AC8F-16C23CBA561A}" sibTransId="{28E948CC-AECF-4F87-A821-4FB740AD150C}"/>
    <dgm:cxn modelId="{D7D36BB6-27E4-4ED1-98A0-C1A765AE2EA8}" type="presOf" srcId="{702FFA77-08FA-475F-8FCE-12F662F15360}" destId="{B5999A11-8442-4EDB-AC02-579EDAABCBA6}" srcOrd="0" destOrd="0" presId="urn:microsoft.com/office/officeart/2008/layout/HalfCircleOrganizationChart"/>
    <dgm:cxn modelId="{2428D68F-4118-40C0-8341-DCA200663DE3}" type="presOf" srcId="{8D8F30FD-948A-48DD-8CC2-C7D0B2963687}" destId="{A32BE1D8-6A7B-4F55-A764-A3DBE4AE90EE}" srcOrd="1" destOrd="0" presId="urn:microsoft.com/office/officeart/2008/layout/HalfCircleOrganizationChart"/>
    <dgm:cxn modelId="{F0F2062B-C305-4EA1-BA89-B91960BFB96D}" type="presOf" srcId="{7FDE92FF-08A0-4F20-B8D8-86F302CAB344}" destId="{E7CDBF48-9B4A-4ADD-95EE-9F5212D9B1DD}" srcOrd="0" destOrd="0" presId="urn:microsoft.com/office/officeart/2008/layout/HalfCircleOrganizationChart"/>
    <dgm:cxn modelId="{32308808-29F4-4BF3-84D9-B99814B64BA4}" srcId="{E8EB1E09-8126-4CDE-85A5-8E6BDAD61B06}" destId="{8D8F30FD-948A-48DD-8CC2-C7D0B2963687}" srcOrd="1" destOrd="0" parTransId="{702FFA77-08FA-475F-8FCE-12F662F15360}" sibTransId="{371F7B9A-63C6-4DFC-AAE2-F864681F4FF3}"/>
    <dgm:cxn modelId="{E74EF207-CC2E-4CA5-AB3A-154D8066C986}" type="presOf" srcId="{7FDE92FF-08A0-4F20-B8D8-86F302CAB344}" destId="{6D2D9939-F8E5-4710-B380-B29F86555174}" srcOrd="1" destOrd="0" presId="urn:microsoft.com/office/officeart/2008/layout/HalfCircleOrganizationChart"/>
    <dgm:cxn modelId="{62AC4628-1906-438F-AA26-DF7001D6521F}" type="presOf" srcId="{AAA92614-792A-49B1-8F32-246BAD240D8E}" destId="{5733C3F3-FD2C-421C-AAFA-E653DB096B88}" srcOrd="1" destOrd="0" presId="urn:microsoft.com/office/officeart/2008/layout/HalfCircleOrganizationChart"/>
    <dgm:cxn modelId="{68FD6026-A898-40A8-9FF5-8526D7B3A83C}" type="presOf" srcId="{E8EB1E09-8126-4CDE-85A5-8E6BDAD61B06}" destId="{1B252CAD-C15C-407E-9B4E-712AE1CD348C}" srcOrd="1" destOrd="0" presId="urn:microsoft.com/office/officeart/2008/layout/HalfCircleOrganizationChart"/>
    <dgm:cxn modelId="{B50530FE-869F-473C-936C-545B047AE853}" type="presOf" srcId="{7FFE4A05-717A-478D-A9B6-0CD1A144DDAC}" destId="{8F7977DF-E2A4-415F-8600-5E6B4175B054}" srcOrd="0" destOrd="0" presId="urn:microsoft.com/office/officeart/2008/layout/HalfCircleOrganizationChart"/>
    <dgm:cxn modelId="{8B877C43-1DE9-4E3A-AD52-73F4A373EAD8}" type="presParOf" srcId="{35CF3C5B-E754-432A-9028-9BA0173235DA}" destId="{0D189B01-AA63-4C11-B97F-13A9D8A39555}" srcOrd="0" destOrd="0" presId="urn:microsoft.com/office/officeart/2008/layout/HalfCircleOrganizationChart"/>
    <dgm:cxn modelId="{B9EE4199-CDF0-4C42-9AB7-9FA197EC47CF}" type="presParOf" srcId="{0D189B01-AA63-4C11-B97F-13A9D8A39555}" destId="{B9A1A80D-D6BE-4E82-BBF4-699DC93FDB12}" srcOrd="0" destOrd="0" presId="urn:microsoft.com/office/officeart/2008/layout/HalfCircleOrganizationChart"/>
    <dgm:cxn modelId="{489481EA-5B0B-4D72-B915-BED7409454BA}" type="presParOf" srcId="{B9A1A80D-D6BE-4E82-BBF4-699DC93FDB12}" destId="{E4028F64-E104-48FE-B868-C0304FDAAB33}" srcOrd="0" destOrd="0" presId="urn:microsoft.com/office/officeart/2008/layout/HalfCircleOrganizationChart"/>
    <dgm:cxn modelId="{128C4B62-0995-40AE-AE5A-835DBF0C91C2}" type="presParOf" srcId="{B9A1A80D-D6BE-4E82-BBF4-699DC93FDB12}" destId="{C974FAB5-E8B5-4733-8972-3094C5E3EF85}" srcOrd="1" destOrd="0" presId="urn:microsoft.com/office/officeart/2008/layout/HalfCircleOrganizationChart"/>
    <dgm:cxn modelId="{088A2C04-9183-4408-8295-35306B7FBA24}" type="presParOf" srcId="{B9A1A80D-D6BE-4E82-BBF4-699DC93FDB12}" destId="{CCDB2CF1-E781-438B-BF14-806949E7A71E}" srcOrd="2" destOrd="0" presId="urn:microsoft.com/office/officeart/2008/layout/HalfCircleOrganizationChart"/>
    <dgm:cxn modelId="{34B2C5DB-87B7-4410-9FBE-4117E6B5DD83}" type="presParOf" srcId="{B9A1A80D-D6BE-4E82-BBF4-699DC93FDB12}" destId="{45835ECE-C717-4AC6-8810-4BEF1D09BF54}" srcOrd="3" destOrd="0" presId="urn:microsoft.com/office/officeart/2008/layout/HalfCircleOrganizationChart"/>
    <dgm:cxn modelId="{827A0C56-3C3F-4903-A574-5990DEA10F4B}" type="presParOf" srcId="{0D189B01-AA63-4C11-B97F-13A9D8A39555}" destId="{F8144EBA-C70F-4056-8CCA-684ACB5C0A1E}" srcOrd="1" destOrd="0" presId="urn:microsoft.com/office/officeart/2008/layout/HalfCircleOrganizationChart"/>
    <dgm:cxn modelId="{CF4D23F5-D5AD-44A4-BE24-E02F748E71BD}" type="presParOf" srcId="{F8144EBA-C70F-4056-8CCA-684ACB5C0A1E}" destId="{638F3699-312C-4144-9BA3-E720151A6BED}" srcOrd="0" destOrd="0" presId="urn:microsoft.com/office/officeart/2008/layout/HalfCircleOrganizationChart"/>
    <dgm:cxn modelId="{A999AC9D-F77E-4EEC-9BD1-41AC67563E34}" type="presParOf" srcId="{F8144EBA-C70F-4056-8CCA-684ACB5C0A1E}" destId="{1DF3F498-91DC-4744-A35C-3B25B23B0EC6}" srcOrd="1" destOrd="0" presId="urn:microsoft.com/office/officeart/2008/layout/HalfCircleOrganizationChart"/>
    <dgm:cxn modelId="{567BC29F-5BA1-44D0-A4A5-AFBB7A9EDC7D}" type="presParOf" srcId="{1DF3F498-91DC-4744-A35C-3B25B23B0EC6}" destId="{A1BBA38D-DAD9-48E0-B7CC-F5BAC780B497}" srcOrd="0" destOrd="0" presId="urn:microsoft.com/office/officeart/2008/layout/HalfCircleOrganizationChart"/>
    <dgm:cxn modelId="{BE459E4F-9534-4043-9248-D9223F6C6D87}" type="presParOf" srcId="{A1BBA38D-DAD9-48E0-B7CC-F5BAC780B497}" destId="{8F7977DF-E2A4-415F-8600-5E6B4175B054}" srcOrd="0" destOrd="0" presId="urn:microsoft.com/office/officeart/2008/layout/HalfCircleOrganizationChart"/>
    <dgm:cxn modelId="{918C2C79-EB7A-472C-A657-81DF1875521A}" type="presParOf" srcId="{A1BBA38D-DAD9-48E0-B7CC-F5BAC780B497}" destId="{6A3382EA-080F-44EF-A0FD-107AC58197C2}" srcOrd="1" destOrd="0" presId="urn:microsoft.com/office/officeart/2008/layout/HalfCircleOrganizationChart"/>
    <dgm:cxn modelId="{68E953A8-CA1E-4B1C-A5EF-0084CC18639D}" type="presParOf" srcId="{A1BBA38D-DAD9-48E0-B7CC-F5BAC780B497}" destId="{FF993E3F-C29C-4C98-9C56-B89F2CEBA85C}" srcOrd="2" destOrd="0" presId="urn:microsoft.com/office/officeart/2008/layout/HalfCircleOrganizationChart"/>
    <dgm:cxn modelId="{E236D8FE-DA0C-40E9-9B1F-FC4A44AB698B}" type="presParOf" srcId="{A1BBA38D-DAD9-48E0-B7CC-F5BAC780B497}" destId="{85BE29DE-AB31-46EA-9E20-4396C4823EF7}" srcOrd="3" destOrd="0" presId="urn:microsoft.com/office/officeart/2008/layout/HalfCircleOrganizationChart"/>
    <dgm:cxn modelId="{417B25B2-F117-4C71-A4ED-2BF1D73B2E2B}" type="presParOf" srcId="{1DF3F498-91DC-4744-A35C-3B25B23B0EC6}" destId="{E15692B9-2612-4A7E-BCB7-5ECC255DE7E0}" srcOrd="1" destOrd="0" presId="urn:microsoft.com/office/officeart/2008/layout/HalfCircleOrganizationChart"/>
    <dgm:cxn modelId="{0104E273-0661-4726-9418-237F09D3899B}" type="presParOf" srcId="{E15692B9-2612-4A7E-BCB7-5ECC255DE7E0}" destId="{623D1CC5-DB1D-4798-BD2C-D7ACA9143E4E}" srcOrd="0" destOrd="0" presId="urn:microsoft.com/office/officeart/2008/layout/HalfCircleOrganizationChart"/>
    <dgm:cxn modelId="{4995E79B-31BA-48AC-BF9E-D6B84FB1DECF}" type="presParOf" srcId="{E15692B9-2612-4A7E-BCB7-5ECC255DE7E0}" destId="{F8032455-8D04-48B9-A50F-4B6DDDB8A763}" srcOrd="1" destOrd="0" presId="urn:microsoft.com/office/officeart/2008/layout/HalfCircleOrganizationChart"/>
    <dgm:cxn modelId="{D263650C-92A9-42A1-B006-47F9A8DF1DB5}" type="presParOf" srcId="{F8032455-8D04-48B9-A50F-4B6DDDB8A763}" destId="{BC30CD6B-0480-4D99-BD40-DF452C0B9E8F}" srcOrd="0" destOrd="0" presId="urn:microsoft.com/office/officeart/2008/layout/HalfCircleOrganizationChart"/>
    <dgm:cxn modelId="{F60E04CB-8A2D-4C2F-8C1E-E8A98F86ADA6}" type="presParOf" srcId="{BC30CD6B-0480-4D99-BD40-DF452C0B9E8F}" destId="{E7CDBF48-9B4A-4ADD-95EE-9F5212D9B1DD}" srcOrd="0" destOrd="0" presId="urn:microsoft.com/office/officeart/2008/layout/HalfCircleOrganizationChart"/>
    <dgm:cxn modelId="{85B922A1-0702-4001-963D-E8F0893FBB92}" type="presParOf" srcId="{BC30CD6B-0480-4D99-BD40-DF452C0B9E8F}" destId="{56FF1FF5-4632-4581-A046-5CB8E5A8950C}" srcOrd="1" destOrd="0" presId="urn:microsoft.com/office/officeart/2008/layout/HalfCircleOrganizationChart"/>
    <dgm:cxn modelId="{6281F11F-CC39-4C05-9FC6-226933748A04}" type="presParOf" srcId="{BC30CD6B-0480-4D99-BD40-DF452C0B9E8F}" destId="{2BB00F2F-3C88-489D-A2CD-97B881947FAF}" srcOrd="2" destOrd="0" presId="urn:microsoft.com/office/officeart/2008/layout/HalfCircleOrganizationChart"/>
    <dgm:cxn modelId="{A63D9677-C746-420E-8F9B-BDBA9C9866FF}" type="presParOf" srcId="{BC30CD6B-0480-4D99-BD40-DF452C0B9E8F}" destId="{6D2D9939-F8E5-4710-B380-B29F86555174}" srcOrd="3" destOrd="0" presId="urn:microsoft.com/office/officeart/2008/layout/HalfCircleOrganizationChart"/>
    <dgm:cxn modelId="{C72D6859-1B32-4D38-B63F-A38A4EE871F9}" type="presParOf" srcId="{F8032455-8D04-48B9-A50F-4B6DDDB8A763}" destId="{9D03D35D-73A2-43C3-A68F-A5180E2CAC58}" srcOrd="1" destOrd="0" presId="urn:microsoft.com/office/officeart/2008/layout/HalfCircleOrganizationChart"/>
    <dgm:cxn modelId="{94A717D2-3F36-4EF6-B337-29ACC315C4E2}" type="presParOf" srcId="{F8032455-8D04-48B9-A50F-4B6DDDB8A763}" destId="{C9CA28E8-A8C8-4408-92CD-9C72F051B265}" srcOrd="2" destOrd="0" presId="urn:microsoft.com/office/officeart/2008/layout/HalfCircleOrganizationChart"/>
    <dgm:cxn modelId="{CCB87790-995D-4BB7-B072-68784C845460}" type="presParOf" srcId="{1DF3F498-91DC-4744-A35C-3B25B23B0EC6}" destId="{63C48279-4A86-44ED-A2EA-AA7DEDE779FE}" srcOrd="2" destOrd="0" presId="urn:microsoft.com/office/officeart/2008/layout/HalfCircleOrganizationChart"/>
    <dgm:cxn modelId="{C30275B1-46A7-4AD6-B874-E06F7143CFFA}" type="presParOf" srcId="{F8144EBA-C70F-4056-8CCA-684ACB5C0A1E}" destId="{C2B40F4C-A587-429D-A7C1-ED29A4454585}" srcOrd="2" destOrd="0" presId="urn:microsoft.com/office/officeart/2008/layout/HalfCircleOrganizationChart"/>
    <dgm:cxn modelId="{82B888F5-2A0D-445A-BB28-17632423B477}" type="presParOf" srcId="{F8144EBA-C70F-4056-8CCA-684ACB5C0A1E}" destId="{0136B944-A890-4DC1-8825-43D65D6E7D26}" srcOrd="3" destOrd="0" presId="urn:microsoft.com/office/officeart/2008/layout/HalfCircleOrganizationChart"/>
    <dgm:cxn modelId="{422C6476-515B-4624-BC10-37F2DAC5B11D}" type="presParOf" srcId="{0136B944-A890-4DC1-8825-43D65D6E7D26}" destId="{956D6ABE-F4A4-4ABD-91BB-D0F611D2AC91}" srcOrd="0" destOrd="0" presId="urn:microsoft.com/office/officeart/2008/layout/HalfCircleOrganizationChart"/>
    <dgm:cxn modelId="{242836B7-4729-408A-87B0-9FEF6B35C43C}" type="presParOf" srcId="{956D6ABE-F4A4-4ABD-91BB-D0F611D2AC91}" destId="{E9D3CD36-8CFB-44EB-8987-561AF3285B42}" srcOrd="0" destOrd="0" presId="urn:microsoft.com/office/officeart/2008/layout/HalfCircleOrganizationChart"/>
    <dgm:cxn modelId="{96F9A21D-661B-4A53-BECA-910559E834FE}" type="presParOf" srcId="{956D6ABE-F4A4-4ABD-91BB-D0F611D2AC91}" destId="{352BD33C-61AC-4E6D-B103-16568105DDC9}" srcOrd="1" destOrd="0" presId="urn:microsoft.com/office/officeart/2008/layout/HalfCircleOrganizationChart"/>
    <dgm:cxn modelId="{B2C50CFF-B1B3-4D0C-85A7-D0B2F952A633}" type="presParOf" srcId="{956D6ABE-F4A4-4ABD-91BB-D0F611D2AC91}" destId="{55E3F3FB-D902-40D2-9E75-CFCCF8A7A0C5}" srcOrd="2" destOrd="0" presId="urn:microsoft.com/office/officeart/2008/layout/HalfCircleOrganizationChart"/>
    <dgm:cxn modelId="{F4EC9C6A-59DF-4A56-9C8C-C3525BAD2528}" type="presParOf" srcId="{956D6ABE-F4A4-4ABD-91BB-D0F611D2AC91}" destId="{8D7ECB4E-3DA5-4884-AC32-3F0A6A53B16E}" srcOrd="3" destOrd="0" presId="urn:microsoft.com/office/officeart/2008/layout/HalfCircleOrganizationChart"/>
    <dgm:cxn modelId="{4A00C5C6-4167-4204-9EE2-9D05FA491029}" type="presParOf" srcId="{0136B944-A890-4DC1-8825-43D65D6E7D26}" destId="{A8E99868-CE55-477B-844D-975B9908972C}" srcOrd="1" destOrd="0" presId="urn:microsoft.com/office/officeart/2008/layout/HalfCircleOrganizationChart"/>
    <dgm:cxn modelId="{121B7366-EF65-4646-A675-C04A92932A6E}" type="presParOf" srcId="{A8E99868-CE55-477B-844D-975B9908972C}" destId="{F04F1185-3D15-441A-9AFD-643F00CC33A1}" srcOrd="0" destOrd="0" presId="urn:microsoft.com/office/officeart/2008/layout/HalfCircleOrganizationChart"/>
    <dgm:cxn modelId="{2AF7B64E-3807-4687-9070-11136C8F9914}" type="presParOf" srcId="{A8E99868-CE55-477B-844D-975B9908972C}" destId="{2B802721-864C-40FA-8CD7-EFACD8921BB8}" srcOrd="1" destOrd="0" presId="urn:microsoft.com/office/officeart/2008/layout/HalfCircleOrganizationChart"/>
    <dgm:cxn modelId="{0E4FD8EA-D680-45F7-AA78-58A035EF3D86}" type="presParOf" srcId="{2B802721-864C-40FA-8CD7-EFACD8921BB8}" destId="{61E2A4E6-88F1-40DF-8864-B8B132D86872}" srcOrd="0" destOrd="0" presId="urn:microsoft.com/office/officeart/2008/layout/HalfCircleOrganizationChart"/>
    <dgm:cxn modelId="{6857CF1F-7AB1-4C71-BBA1-7A6458534EA7}" type="presParOf" srcId="{61E2A4E6-88F1-40DF-8864-B8B132D86872}" destId="{18FC7F58-E5F2-47CD-B7BC-7D23DC9F518B}" srcOrd="0" destOrd="0" presId="urn:microsoft.com/office/officeart/2008/layout/HalfCircleOrganizationChart"/>
    <dgm:cxn modelId="{D4BA9FEC-9A64-47EB-8ECC-F00793CA30E5}" type="presParOf" srcId="{61E2A4E6-88F1-40DF-8864-B8B132D86872}" destId="{18A66A71-3E2F-4E49-BF00-B217CA8E5871}" srcOrd="1" destOrd="0" presId="urn:microsoft.com/office/officeart/2008/layout/HalfCircleOrganizationChart"/>
    <dgm:cxn modelId="{6F1A0A3C-E3A0-4DD7-B054-75A00CD5BE39}" type="presParOf" srcId="{61E2A4E6-88F1-40DF-8864-B8B132D86872}" destId="{13816A85-90DC-485C-9CE2-D101CDE168BE}" srcOrd="2" destOrd="0" presId="urn:microsoft.com/office/officeart/2008/layout/HalfCircleOrganizationChart"/>
    <dgm:cxn modelId="{AE851449-17FA-4695-BFA8-12954BB3847E}" type="presParOf" srcId="{61E2A4E6-88F1-40DF-8864-B8B132D86872}" destId="{C7D6CA41-2EC8-4AB0-B075-95C82ECDEA9B}" srcOrd="3" destOrd="0" presId="urn:microsoft.com/office/officeart/2008/layout/HalfCircleOrganizationChart"/>
    <dgm:cxn modelId="{FAECADC9-DB18-4885-AF00-584B48186182}" type="presParOf" srcId="{2B802721-864C-40FA-8CD7-EFACD8921BB8}" destId="{4CB61D2B-E8BF-41D8-BF27-1121F1EA21D8}" srcOrd="1" destOrd="0" presId="urn:microsoft.com/office/officeart/2008/layout/HalfCircleOrganizationChart"/>
    <dgm:cxn modelId="{DA32762C-2E06-42FA-BBF2-513C7404560D}" type="presParOf" srcId="{2B802721-864C-40FA-8CD7-EFACD8921BB8}" destId="{EA2D45F2-B3A7-4003-83C8-1527D44BD57A}" srcOrd="2" destOrd="0" presId="urn:microsoft.com/office/officeart/2008/layout/HalfCircleOrganizationChart"/>
    <dgm:cxn modelId="{6E669DE4-0850-4E5D-888F-FD23D37E66F6}" type="presParOf" srcId="{A8E99868-CE55-477B-844D-975B9908972C}" destId="{4E205D0A-8500-420C-AF95-81DB27FFBF20}" srcOrd="2" destOrd="0" presId="urn:microsoft.com/office/officeart/2008/layout/HalfCircleOrganizationChart"/>
    <dgm:cxn modelId="{8B0256AE-D44A-4108-A9B0-63A299374209}" type="presParOf" srcId="{A8E99868-CE55-477B-844D-975B9908972C}" destId="{A9B658E1-D88D-439F-8259-B3CD30A43125}" srcOrd="3" destOrd="0" presId="urn:microsoft.com/office/officeart/2008/layout/HalfCircleOrganizationChart"/>
    <dgm:cxn modelId="{EE2FAA8C-05DF-4FEA-8F4F-617915BEB7A0}" type="presParOf" srcId="{A9B658E1-D88D-439F-8259-B3CD30A43125}" destId="{FB914C58-E5C5-4728-A3AA-58F69F739EAB}" srcOrd="0" destOrd="0" presId="urn:microsoft.com/office/officeart/2008/layout/HalfCircleOrganizationChart"/>
    <dgm:cxn modelId="{3E7FCFFD-618D-401E-946C-A61656A7EF09}" type="presParOf" srcId="{FB914C58-E5C5-4728-A3AA-58F69F739EAB}" destId="{7579F395-391F-4017-9996-17DBC75E016A}" srcOrd="0" destOrd="0" presId="urn:microsoft.com/office/officeart/2008/layout/HalfCircleOrganizationChart"/>
    <dgm:cxn modelId="{B7784746-F2FC-448A-9CCE-138E9C189237}" type="presParOf" srcId="{FB914C58-E5C5-4728-A3AA-58F69F739EAB}" destId="{C10DB259-CEE6-4387-82D4-249161CFA168}" srcOrd="1" destOrd="0" presId="urn:microsoft.com/office/officeart/2008/layout/HalfCircleOrganizationChart"/>
    <dgm:cxn modelId="{D6E39D1E-3F68-47E4-875D-94F62C2F06F9}" type="presParOf" srcId="{FB914C58-E5C5-4728-A3AA-58F69F739EAB}" destId="{3B61C9A0-B908-4162-833B-1A4B7E9A3223}" srcOrd="2" destOrd="0" presId="urn:microsoft.com/office/officeart/2008/layout/HalfCircleOrganizationChart"/>
    <dgm:cxn modelId="{7B4E6577-9B67-49B7-86F0-34E5F3777A9F}" type="presParOf" srcId="{FB914C58-E5C5-4728-A3AA-58F69F739EAB}" destId="{1C97DC5E-88FF-4AB2-8D85-4B6BB4DE22F1}" srcOrd="3" destOrd="0" presId="urn:microsoft.com/office/officeart/2008/layout/HalfCircleOrganizationChart"/>
    <dgm:cxn modelId="{EB26C971-8AFC-4E0D-9AD6-173F45FFB117}" type="presParOf" srcId="{A9B658E1-D88D-439F-8259-B3CD30A43125}" destId="{19927415-4BEF-4FA7-859B-272B66A8D266}" srcOrd="1" destOrd="0" presId="urn:microsoft.com/office/officeart/2008/layout/HalfCircleOrganizationChart"/>
    <dgm:cxn modelId="{2E375AE4-931F-4776-8FF7-DFF541F8645D}" type="presParOf" srcId="{A9B658E1-D88D-439F-8259-B3CD30A43125}" destId="{DA21CEF8-E5E3-4972-848E-88F2FC69F1EC}" srcOrd="2" destOrd="0" presId="urn:microsoft.com/office/officeart/2008/layout/HalfCircleOrganizationChart"/>
    <dgm:cxn modelId="{3B591D95-BE70-4DF1-9040-F922BBF1614C}" type="presParOf" srcId="{0136B944-A890-4DC1-8825-43D65D6E7D26}" destId="{1AE8D774-1FD4-4363-A7A9-90E872EB833B}" srcOrd="2" destOrd="0" presId="urn:microsoft.com/office/officeart/2008/layout/HalfCircleOrganizationChart"/>
    <dgm:cxn modelId="{19818B77-01A2-4872-8D95-525325EF8EFD}" type="presParOf" srcId="{F8144EBA-C70F-4056-8CCA-684ACB5C0A1E}" destId="{BCFD5DB9-ADD0-4176-B162-AAD64484C385}" srcOrd="4" destOrd="0" presId="urn:microsoft.com/office/officeart/2008/layout/HalfCircleOrganizationChart"/>
    <dgm:cxn modelId="{1C2123FC-2B0D-4E53-ADA1-96B889BACD3D}" type="presParOf" srcId="{F8144EBA-C70F-4056-8CCA-684ACB5C0A1E}" destId="{3320B7B0-7BEB-40CC-82AE-1525E26792F8}" srcOrd="5" destOrd="0" presId="urn:microsoft.com/office/officeart/2008/layout/HalfCircleOrganizationChart"/>
    <dgm:cxn modelId="{91926629-D89B-47F8-A5C3-DB35F83BB367}" type="presParOf" srcId="{3320B7B0-7BEB-40CC-82AE-1525E26792F8}" destId="{563F6A35-BEB6-455A-B053-83338F17967C}" srcOrd="0" destOrd="0" presId="urn:microsoft.com/office/officeart/2008/layout/HalfCircleOrganizationChart"/>
    <dgm:cxn modelId="{B0DE6754-195D-4120-BD10-3D9591A41D6A}" type="presParOf" srcId="{563F6A35-BEB6-455A-B053-83338F17967C}" destId="{DEDE0979-E87C-4F77-9740-CF523A7964DF}" srcOrd="0" destOrd="0" presId="urn:microsoft.com/office/officeart/2008/layout/HalfCircleOrganizationChart"/>
    <dgm:cxn modelId="{80F6276A-DF9C-4FF3-BCCB-888CF688B687}" type="presParOf" srcId="{563F6A35-BEB6-455A-B053-83338F17967C}" destId="{BA1263CD-C5C7-40A0-8B38-F0010BC0D6FA}" srcOrd="1" destOrd="0" presId="urn:microsoft.com/office/officeart/2008/layout/HalfCircleOrganizationChart"/>
    <dgm:cxn modelId="{CA1867C4-8D94-4BC0-8269-B9C2A14F1E7B}" type="presParOf" srcId="{563F6A35-BEB6-455A-B053-83338F17967C}" destId="{F86AEED3-A96C-4B67-933D-3106BC284A1E}" srcOrd="2" destOrd="0" presId="urn:microsoft.com/office/officeart/2008/layout/HalfCircleOrganizationChart"/>
    <dgm:cxn modelId="{0C5093DF-BCBE-4E11-B46C-47CA63A63442}" type="presParOf" srcId="{563F6A35-BEB6-455A-B053-83338F17967C}" destId="{1B252CAD-C15C-407E-9B4E-712AE1CD348C}" srcOrd="3" destOrd="0" presId="urn:microsoft.com/office/officeart/2008/layout/HalfCircleOrganizationChart"/>
    <dgm:cxn modelId="{2C796DD8-DA41-4006-A4DE-72CCF155E4B7}" type="presParOf" srcId="{3320B7B0-7BEB-40CC-82AE-1525E26792F8}" destId="{E44A7C8C-050D-4B6E-85BB-946B612897E7}" srcOrd="1" destOrd="0" presId="urn:microsoft.com/office/officeart/2008/layout/HalfCircleOrganizationChart"/>
    <dgm:cxn modelId="{3D2A7A0A-2B48-46E8-82DE-B4E161A9F7E0}" type="presParOf" srcId="{E44A7C8C-050D-4B6E-85BB-946B612897E7}" destId="{533D0D94-6C0A-4466-9291-FC943E8DD193}" srcOrd="0" destOrd="0" presId="urn:microsoft.com/office/officeart/2008/layout/HalfCircleOrganizationChart"/>
    <dgm:cxn modelId="{CDB0152C-FCD1-4319-9BFE-DCDB5A5E86C7}" type="presParOf" srcId="{E44A7C8C-050D-4B6E-85BB-946B612897E7}" destId="{24CCDB55-6FE1-4EB6-AAA1-69A2EF78D634}" srcOrd="1" destOrd="0" presId="urn:microsoft.com/office/officeart/2008/layout/HalfCircleOrganizationChart"/>
    <dgm:cxn modelId="{4F839F2F-529A-4029-8E28-7A998C72DA3D}" type="presParOf" srcId="{24CCDB55-6FE1-4EB6-AAA1-69A2EF78D634}" destId="{99EBF09B-93EC-4AB1-898B-85A2A3F59309}" srcOrd="0" destOrd="0" presId="urn:microsoft.com/office/officeart/2008/layout/HalfCircleOrganizationChart"/>
    <dgm:cxn modelId="{3615F28A-6E7E-43E4-893B-9724764D32FA}" type="presParOf" srcId="{99EBF09B-93EC-4AB1-898B-85A2A3F59309}" destId="{E09550C2-A3C8-4BFF-80E8-ECD5D9D8ABE7}" srcOrd="0" destOrd="0" presId="urn:microsoft.com/office/officeart/2008/layout/HalfCircleOrganizationChart"/>
    <dgm:cxn modelId="{1FD61A8F-4D41-4CC3-A757-7ED05DA8B13B}" type="presParOf" srcId="{99EBF09B-93EC-4AB1-898B-85A2A3F59309}" destId="{178A5CB2-9B7D-4DFB-BB48-CA5DB34A9B81}" srcOrd="1" destOrd="0" presId="urn:microsoft.com/office/officeart/2008/layout/HalfCircleOrganizationChart"/>
    <dgm:cxn modelId="{36E4C3F4-6C94-4681-859A-8D5578229F24}" type="presParOf" srcId="{99EBF09B-93EC-4AB1-898B-85A2A3F59309}" destId="{F8DA573E-AD29-4D7E-83DE-FD303662EC30}" srcOrd="2" destOrd="0" presId="urn:microsoft.com/office/officeart/2008/layout/HalfCircleOrganizationChart"/>
    <dgm:cxn modelId="{AC5C2689-0787-4FBB-9D2E-DF795588D00A}" type="presParOf" srcId="{99EBF09B-93EC-4AB1-898B-85A2A3F59309}" destId="{5733C3F3-FD2C-421C-AAFA-E653DB096B88}" srcOrd="3" destOrd="0" presId="urn:microsoft.com/office/officeart/2008/layout/HalfCircleOrganizationChart"/>
    <dgm:cxn modelId="{008FE4AA-3FD1-4B54-8127-401478539B05}" type="presParOf" srcId="{24CCDB55-6FE1-4EB6-AAA1-69A2EF78D634}" destId="{114EC3D8-815F-4F54-A552-5EC0FAB008F6}" srcOrd="1" destOrd="0" presId="urn:microsoft.com/office/officeart/2008/layout/HalfCircleOrganizationChart"/>
    <dgm:cxn modelId="{FD6FED0E-9D8E-46CE-9C7C-65459314A1BC}" type="presParOf" srcId="{24CCDB55-6FE1-4EB6-AAA1-69A2EF78D634}" destId="{4E09847A-6098-4060-A8A5-D9E601926404}" srcOrd="2" destOrd="0" presId="urn:microsoft.com/office/officeart/2008/layout/HalfCircleOrganizationChart"/>
    <dgm:cxn modelId="{FF29F9E8-D4A8-4DBD-A20C-3F01146C2A2F}" type="presParOf" srcId="{E44A7C8C-050D-4B6E-85BB-946B612897E7}" destId="{B5999A11-8442-4EDB-AC02-579EDAABCBA6}" srcOrd="2" destOrd="0" presId="urn:microsoft.com/office/officeart/2008/layout/HalfCircleOrganizationChart"/>
    <dgm:cxn modelId="{15801F0F-80B6-4593-A277-FCBA44C5082B}" type="presParOf" srcId="{E44A7C8C-050D-4B6E-85BB-946B612897E7}" destId="{09D2FDB7-110F-43C8-9BF2-291E520F81CF}" srcOrd="3" destOrd="0" presId="urn:microsoft.com/office/officeart/2008/layout/HalfCircleOrganizationChart"/>
    <dgm:cxn modelId="{A7B2A441-08B4-49D9-B221-8C42C527CA79}" type="presParOf" srcId="{09D2FDB7-110F-43C8-9BF2-291E520F81CF}" destId="{22881C5B-5FE5-40C0-9784-248A6E527D96}" srcOrd="0" destOrd="0" presId="urn:microsoft.com/office/officeart/2008/layout/HalfCircleOrganizationChart"/>
    <dgm:cxn modelId="{590290B1-103C-49C1-9E4B-944D2366BE03}" type="presParOf" srcId="{22881C5B-5FE5-40C0-9784-248A6E527D96}" destId="{389267A5-F098-4957-9038-D70BC9E6147F}" srcOrd="0" destOrd="0" presId="urn:microsoft.com/office/officeart/2008/layout/HalfCircleOrganizationChart"/>
    <dgm:cxn modelId="{365E67CD-44A7-4512-9DD5-DDA0B73CED60}" type="presParOf" srcId="{22881C5B-5FE5-40C0-9784-248A6E527D96}" destId="{03BE2ED1-ACEA-4073-A457-C4221C3A615B}" srcOrd="1" destOrd="0" presId="urn:microsoft.com/office/officeart/2008/layout/HalfCircleOrganizationChart"/>
    <dgm:cxn modelId="{2DE4D129-EDC3-4C6C-8D0B-F6048214B63F}" type="presParOf" srcId="{22881C5B-5FE5-40C0-9784-248A6E527D96}" destId="{13BCF51F-2B50-415A-BA15-A28B2710F58D}" srcOrd="2" destOrd="0" presId="urn:microsoft.com/office/officeart/2008/layout/HalfCircleOrganizationChart"/>
    <dgm:cxn modelId="{92357230-E411-44F7-92DB-D7F3E95B9320}" type="presParOf" srcId="{22881C5B-5FE5-40C0-9784-248A6E527D96}" destId="{A32BE1D8-6A7B-4F55-A764-A3DBE4AE90EE}" srcOrd="3" destOrd="0" presId="urn:microsoft.com/office/officeart/2008/layout/HalfCircleOrganizationChart"/>
    <dgm:cxn modelId="{3E63EBF3-0B29-4FB7-8C83-983F040D5EA2}" type="presParOf" srcId="{09D2FDB7-110F-43C8-9BF2-291E520F81CF}" destId="{C36E1464-C065-41B3-A633-DF6080795249}" srcOrd="1" destOrd="0" presId="urn:microsoft.com/office/officeart/2008/layout/HalfCircleOrganizationChart"/>
    <dgm:cxn modelId="{626967CE-1F74-4A05-A3E4-1E4054CA8C0A}" type="presParOf" srcId="{09D2FDB7-110F-43C8-9BF2-291E520F81CF}" destId="{88431C57-D10D-4A55-8F35-39642BCC8AC6}" srcOrd="2" destOrd="0" presId="urn:microsoft.com/office/officeart/2008/layout/HalfCircleOrganizationChart"/>
    <dgm:cxn modelId="{7375F5E4-B1F8-4783-B823-2D1ADB1DE100}" type="presParOf" srcId="{3320B7B0-7BEB-40CC-82AE-1525E26792F8}" destId="{4CD4FBC9-C274-4105-8E38-0F8905E2131A}" srcOrd="2" destOrd="0" presId="urn:microsoft.com/office/officeart/2008/layout/HalfCircleOrganizationChart"/>
    <dgm:cxn modelId="{C9AA922A-0F84-4464-A7C2-483748C6AC2B}" type="presParOf" srcId="{0D189B01-AA63-4C11-B97F-13A9D8A39555}" destId="{23B97B41-32E1-489F-AE78-AC68BF01E6CD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D05556-DE47-45E5-99ED-E53ADDA46E29}" type="doc">
      <dgm:prSet loTypeId="urn:microsoft.com/office/officeart/2008/layout/NameandTitleOrganizationalChart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de-CH"/>
        </a:p>
      </dgm:t>
    </dgm:pt>
    <dgm:pt modelId="{0EE13927-0D40-4ECB-86BB-3CD312E77BB4}">
      <dgm:prSet phldrT="[Text]"/>
      <dgm:spPr>
        <a:solidFill>
          <a:srgbClr val="3AAEBB"/>
        </a:solidFill>
      </dgm:spPr>
      <dgm:t>
        <a:bodyPr/>
        <a:lstStyle/>
        <a:p>
          <a:r>
            <a:rPr lang="de-CH" dirty="0" smtClean="0"/>
            <a:t>/</a:t>
          </a:r>
          <a:endParaRPr lang="de-CH" dirty="0"/>
        </a:p>
      </dgm:t>
    </dgm:pt>
    <dgm:pt modelId="{41459666-39AA-411A-87D2-16592215B5B7}" type="parTrans" cxnId="{FEEF2966-1C5A-43F0-84FA-BEEE0A4EEBB1}">
      <dgm:prSet/>
      <dgm:spPr/>
      <dgm:t>
        <a:bodyPr/>
        <a:lstStyle/>
        <a:p>
          <a:endParaRPr lang="de-CH"/>
        </a:p>
      </dgm:t>
    </dgm:pt>
    <dgm:pt modelId="{3DDA4596-23C2-4D3C-94E5-B5CC08542B4A}" type="sibTrans" cxnId="{FEEF2966-1C5A-43F0-84FA-BEEE0A4EEBB1}">
      <dgm:prSet/>
      <dgm:spPr>
        <a:ln>
          <a:solidFill>
            <a:srgbClr val="3AAEBB"/>
          </a:solidFill>
        </a:ln>
      </dgm:spPr>
      <dgm:t>
        <a:bodyPr/>
        <a:lstStyle/>
        <a:p>
          <a:endParaRPr lang="de-CH"/>
        </a:p>
      </dgm:t>
    </dgm:pt>
    <dgm:pt modelId="{2465DDE0-F623-4B0A-98E4-7C51C4F067A0}">
      <dgm:prSet phldrT="[Text]"/>
      <dgm:spPr>
        <a:solidFill>
          <a:srgbClr val="3AAEBB"/>
        </a:solidFill>
      </dgm:spPr>
      <dgm:t>
        <a:bodyPr/>
        <a:lstStyle/>
        <a:p>
          <a:r>
            <a:rPr lang="de-CH" dirty="0" err="1" smtClean="0"/>
            <a:t>app</a:t>
          </a:r>
          <a:endParaRPr lang="de-CH" dirty="0"/>
        </a:p>
      </dgm:t>
    </dgm:pt>
    <dgm:pt modelId="{3E9B8954-A419-42D0-A07D-A37BDBD2FF67}" type="parTrans" cxnId="{E67500EF-55FE-4315-B079-4CF4E21B6DD4}">
      <dgm:prSet/>
      <dgm:spPr>
        <a:ln>
          <a:solidFill>
            <a:srgbClr val="3AAEBB"/>
          </a:solidFill>
        </a:ln>
      </dgm:spPr>
      <dgm:t>
        <a:bodyPr/>
        <a:lstStyle/>
        <a:p>
          <a:endParaRPr lang="de-CH"/>
        </a:p>
      </dgm:t>
    </dgm:pt>
    <dgm:pt modelId="{C2D78D8B-7727-4B53-AB43-2550C4FF795F}" type="sibTrans" cxnId="{E67500EF-55FE-4315-B079-4CF4E21B6DD4}">
      <dgm:prSet/>
      <dgm:spPr>
        <a:ln>
          <a:solidFill>
            <a:srgbClr val="3AAEBB"/>
          </a:solidFill>
        </a:ln>
      </dgm:spPr>
      <dgm:t>
        <a:bodyPr/>
        <a:lstStyle/>
        <a:p>
          <a:r>
            <a:rPr lang="de-CH" dirty="0" smtClean="0"/>
            <a:t>PHP</a:t>
          </a:r>
          <a:endParaRPr lang="de-CH" dirty="0"/>
        </a:p>
      </dgm:t>
    </dgm:pt>
    <dgm:pt modelId="{053C2345-1BBD-44B5-87B4-4617DD1631CD}">
      <dgm:prSet phldrT="[Text]"/>
      <dgm:spPr>
        <a:solidFill>
          <a:srgbClr val="3AAEBB"/>
        </a:solidFill>
      </dgm:spPr>
      <dgm:t>
        <a:bodyPr/>
        <a:lstStyle/>
        <a:p>
          <a:r>
            <a:rPr lang="de-CH" dirty="0" err="1" smtClean="0"/>
            <a:t>public</a:t>
          </a:r>
          <a:endParaRPr lang="de-CH" dirty="0"/>
        </a:p>
      </dgm:t>
    </dgm:pt>
    <dgm:pt modelId="{68426373-2F01-44E7-8E5C-2D22B7A760F2}" type="parTrans" cxnId="{32EB9F4F-E1AC-49D5-B994-DB0B6E3074C3}">
      <dgm:prSet/>
      <dgm:spPr>
        <a:ln>
          <a:solidFill>
            <a:srgbClr val="3AAEBB"/>
          </a:solidFill>
        </a:ln>
      </dgm:spPr>
      <dgm:t>
        <a:bodyPr/>
        <a:lstStyle/>
        <a:p>
          <a:endParaRPr lang="de-CH"/>
        </a:p>
      </dgm:t>
    </dgm:pt>
    <dgm:pt modelId="{37AE92CB-D11C-4D91-955B-84F15350FB00}" type="sibTrans" cxnId="{32EB9F4F-E1AC-49D5-B994-DB0B6E3074C3}">
      <dgm:prSet/>
      <dgm:spPr>
        <a:ln>
          <a:solidFill>
            <a:srgbClr val="3AAEBB"/>
          </a:solidFill>
        </a:ln>
      </dgm:spPr>
      <dgm:t>
        <a:bodyPr/>
        <a:lstStyle/>
        <a:p>
          <a:r>
            <a:rPr lang="de-CH" dirty="0" smtClean="0"/>
            <a:t>Client </a:t>
          </a:r>
          <a:r>
            <a:rPr lang="de-CH" dirty="0" err="1" smtClean="0"/>
            <a:t>code</a:t>
          </a:r>
          <a:endParaRPr lang="de-CH" dirty="0"/>
        </a:p>
      </dgm:t>
    </dgm:pt>
    <dgm:pt modelId="{5DD2806D-4C59-472A-AA8E-C202904B84E1}">
      <dgm:prSet phldrT="[Text]"/>
      <dgm:spPr>
        <a:solidFill>
          <a:srgbClr val="3AAEBB"/>
        </a:solidFill>
      </dgm:spPr>
      <dgm:t>
        <a:bodyPr/>
        <a:lstStyle/>
        <a:p>
          <a:r>
            <a:rPr lang="de-CH" dirty="0" err="1" smtClean="0"/>
            <a:t>components</a:t>
          </a:r>
          <a:endParaRPr lang="de-CH" dirty="0"/>
        </a:p>
      </dgm:t>
    </dgm:pt>
    <dgm:pt modelId="{001FCC15-06B9-4CBF-A5D9-B186E071BFDE}" type="parTrans" cxnId="{AD2432F8-1F42-447D-B093-990874C55E53}">
      <dgm:prSet/>
      <dgm:spPr>
        <a:ln>
          <a:solidFill>
            <a:srgbClr val="3AAEBB"/>
          </a:solidFill>
        </a:ln>
      </dgm:spPr>
      <dgm:t>
        <a:bodyPr/>
        <a:lstStyle/>
        <a:p>
          <a:endParaRPr lang="de-CH"/>
        </a:p>
      </dgm:t>
    </dgm:pt>
    <dgm:pt modelId="{95EEEC4C-CB70-4DDB-AEF6-035786455CA1}" type="sibTrans" cxnId="{AD2432F8-1F42-447D-B093-990874C55E53}">
      <dgm:prSet/>
      <dgm:spPr>
        <a:ln>
          <a:solidFill>
            <a:srgbClr val="3AAEBB"/>
          </a:solidFill>
        </a:ln>
      </dgm:spPr>
      <dgm:t>
        <a:bodyPr/>
        <a:lstStyle/>
        <a:p>
          <a:r>
            <a:rPr lang="de-CH" dirty="0" smtClean="0"/>
            <a:t>Bower</a:t>
          </a:r>
          <a:endParaRPr lang="de-CH" dirty="0"/>
        </a:p>
      </dgm:t>
    </dgm:pt>
    <dgm:pt modelId="{3D10C42B-EDED-4E1E-9A97-C8572040CB35}">
      <dgm:prSet/>
      <dgm:spPr>
        <a:solidFill>
          <a:srgbClr val="3AAEBB"/>
        </a:solidFill>
      </dgm:spPr>
      <dgm:t>
        <a:bodyPr/>
        <a:lstStyle/>
        <a:p>
          <a:r>
            <a:rPr lang="de-CH" dirty="0" err="1" smtClean="0"/>
            <a:t>dist</a:t>
          </a:r>
          <a:endParaRPr lang="de-CH" dirty="0"/>
        </a:p>
      </dgm:t>
    </dgm:pt>
    <dgm:pt modelId="{CC27489E-73D8-4EEC-BBA2-A7FB82B51ACC}" type="parTrans" cxnId="{A395F0AC-80C4-4E4C-817F-AC446F9D341F}">
      <dgm:prSet/>
      <dgm:spPr>
        <a:ln>
          <a:solidFill>
            <a:srgbClr val="3AAEBB"/>
          </a:solidFill>
        </a:ln>
      </dgm:spPr>
      <dgm:t>
        <a:bodyPr/>
        <a:lstStyle/>
        <a:p>
          <a:endParaRPr lang="de-CH"/>
        </a:p>
      </dgm:t>
    </dgm:pt>
    <dgm:pt modelId="{451172E3-858A-478B-B11A-4A4F74F7B88C}" type="sibTrans" cxnId="{A395F0AC-80C4-4E4C-817F-AC446F9D341F}">
      <dgm:prSet/>
      <dgm:spPr>
        <a:ln>
          <a:solidFill>
            <a:srgbClr val="3AAEBB"/>
          </a:solidFill>
        </a:ln>
      </dgm:spPr>
      <dgm:t>
        <a:bodyPr/>
        <a:lstStyle/>
        <a:p>
          <a:r>
            <a:rPr lang="de-CH" dirty="0" err="1" smtClean="0"/>
            <a:t>Generated</a:t>
          </a:r>
          <a:endParaRPr lang="de-CH" dirty="0"/>
        </a:p>
      </dgm:t>
    </dgm:pt>
    <dgm:pt modelId="{2F239EC3-5740-48FE-9833-51F1785390BF}">
      <dgm:prSet/>
      <dgm:spPr>
        <a:solidFill>
          <a:srgbClr val="3AAEBB"/>
        </a:solidFill>
      </dgm:spPr>
      <dgm:t>
        <a:bodyPr/>
        <a:lstStyle/>
        <a:p>
          <a:r>
            <a:rPr lang="de-CH" dirty="0" err="1" smtClean="0"/>
            <a:t>src</a:t>
          </a:r>
          <a:endParaRPr lang="de-CH" dirty="0"/>
        </a:p>
      </dgm:t>
    </dgm:pt>
    <dgm:pt modelId="{27CD2DCC-3652-4A2F-B5B7-5EEADF38555B}" type="parTrans" cxnId="{0366A128-FD6C-427F-98FF-24BCCC7D2BFE}">
      <dgm:prSet/>
      <dgm:spPr>
        <a:ln>
          <a:solidFill>
            <a:srgbClr val="3AAEBB"/>
          </a:solidFill>
        </a:ln>
      </dgm:spPr>
      <dgm:t>
        <a:bodyPr/>
        <a:lstStyle/>
        <a:p>
          <a:endParaRPr lang="de-CH"/>
        </a:p>
      </dgm:t>
    </dgm:pt>
    <dgm:pt modelId="{64DF52AC-6271-480B-AA88-7AA39D7ECD3C}" type="sibTrans" cxnId="{0366A128-FD6C-427F-98FF-24BCCC7D2BFE}">
      <dgm:prSet/>
      <dgm:spPr>
        <a:ln>
          <a:solidFill>
            <a:srgbClr val="3AAEBB"/>
          </a:solidFill>
        </a:ln>
      </dgm:spPr>
      <dgm:t>
        <a:bodyPr/>
        <a:lstStyle/>
        <a:p>
          <a:r>
            <a:rPr lang="de-CH" dirty="0" err="1" smtClean="0"/>
            <a:t>Actual</a:t>
          </a:r>
          <a:r>
            <a:rPr lang="de-CH" dirty="0" smtClean="0"/>
            <a:t> </a:t>
          </a:r>
          <a:r>
            <a:rPr lang="de-CH" dirty="0" err="1" smtClean="0"/>
            <a:t>source</a:t>
          </a:r>
          <a:endParaRPr lang="de-CH" dirty="0"/>
        </a:p>
      </dgm:t>
    </dgm:pt>
    <dgm:pt modelId="{94130D7E-27A7-4517-9F1F-09BEB80CE0CD}">
      <dgm:prSet/>
      <dgm:spPr>
        <a:solidFill>
          <a:srgbClr val="3AAEBB"/>
        </a:solidFill>
      </dgm:spPr>
      <dgm:t>
        <a:bodyPr/>
        <a:lstStyle/>
        <a:p>
          <a:r>
            <a:rPr lang="de-CH" dirty="0" err="1" smtClean="0"/>
            <a:t>doc</a:t>
          </a:r>
          <a:endParaRPr lang="de-CH" dirty="0"/>
        </a:p>
      </dgm:t>
    </dgm:pt>
    <dgm:pt modelId="{E7FE4B52-8F1B-4CF7-AB3C-42C1EFDDAB8D}" type="parTrans" cxnId="{8509160F-BB38-47FC-A071-F92670A5A686}">
      <dgm:prSet/>
      <dgm:spPr>
        <a:ln>
          <a:solidFill>
            <a:srgbClr val="3AAEBB"/>
          </a:solidFill>
        </a:ln>
      </dgm:spPr>
      <dgm:t>
        <a:bodyPr/>
        <a:lstStyle/>
        <a:p>
          <a:endParaRPr lang="de-CH"/>
        </a:p>
      </dgm:t>
    </dgm:pt>
    <dgm:pt modelId="{1803C154-2A6E-41CB-80F4-E4B348596582}" type="sibTrans" cxnId="{8509160F-BB38-47FC-A071-F92670A5A686}">
      <dgm:prSet/>
      <dgm:spPr>
        <a:ln>
          <a:solidFill>
            <a:srgbClr val="3AAEBB"/>
          </a:solidFill>
        </a:ln>
      </dgm:spPr>
      <dgm:t>
        <a:bodyPr/>
        <a:lstStyle/>
        <a:p>
          <a:r>
            <a:rPr lang="de-CH" dirty="0" err="1" smtClean="0"/>
            <a:t>Documentation</a:t>
          </a:r>
          <a:endParaRPr lang="de-CH" dirty="0"/>
        </a:p>
      </dgm:t>
    </dgm:pt>
    <dgm:pt modelId="{D9E2DAB2-FE54-454F-86BA-D38BF5640BBA}">
      <dgm:prSet/>
      <dgm:spPr>
        <a:solidFill>
          <a:srgbClr val="3AAEBB"/>
        </a:solidFill>
      </dgm:spPr>
      <dgm:t>
        <a:bodyPr/>
        <a:lstStyle/>
        <a:p>
          <a:r>
            <a:rPr lang="de-CH" dirty="0" err="1" smtClean="0"/>
            <a:t>data</a:t>
          </a:r>
          <a:endParaRPr lang="de-CH" dirty="0"/>
        </a:p>
      </dgm:t>
    </dgm:pt>
    <dgm:pt modelId="{C6F59557-C2B5-4469-B0EA-8BF16D7808C4}" type="parTrans" cxnId="{A7CC7AB6-D5A4-484F-B64E-84B06D87E3F4}">
      <dgm:prSet/>
      <dgm:spPr>
        <a:ln>
          <a:solidFill>
            <a:srgbClr val="3AAEBB"/>
          </a:solidFill>
        </a:ln>
      </dgm:spPr>
      <dgm:t>
        <a:bodyPr/>
        <a:lstStyle/>
        <a:p>
          <a:endParaRPr lang="de-CH"/>
        </a:p>
      </dgm:t>
    </dgm:pt>
    <dgm:pt modelId="{291E661B-6EA2-4E93-B89F-8BF90C77F090}" type="sibTrans" cxnId="{A7CC7AB6-D5A4-484F-B64E-84B06D87E3F4}">
      <dgm:prSet/>
      <dgm:spPr>
        <a:ln>
          <a:solidFill>
            <a:srgbClr val="3AAEBB"/>
          </a:solidFill>
        </a:ln>
      </dgm:spPr>
      <dgm:t>
        <a:bodyPr/>
        <a:lstStyle/>
        <a:p>
          <a:r>
            <a:rPr lang="de-CH" dirty="0" err="1" smtClean="0"/>
            <a:t>pages</a:t>
          </a:r>
          <a:endParaRPr lang="de-CH" dirty="0"/>
        </a:p>
      </dgm:t>
    </dgm:pt>
    <dgm:pt modelId="{A0B68031-4CC4-4E40-93B8-D1A9C2AF22E6}">
      <dgm:prSet/>
      <dgm:spPr>
        <a:solidFill>
          <a:srgbClr val="3AAEBB"/>
        </a:solidFill>
      </dgm:spPr>
      <dgm:t>
        <a:bodyPr/>
        <a:lstStyle/>
        <a:p>
          <a:r>
            <a:rPr lang="de-CH" dirty="0" err="1" smtClean="0"/>
            <a:t>de_CH</a:t>
          </a:r>
          <a:endParaRPr lang="de-CH" dirty="0"/>
        </a:p>
      </dgm:t>
    </dgm:pt>
    <dgm:pt modelId="{02DCCBA8-8F9D-45A8-95C0-ABB66A001758}" type="parTrans" cxnId="{8B8FF60B-8A87-4783-B158-188B04721404}">
      <dgm:prSet/>
      <dgm:spPr>
        <a:ln>
          <a:solidFill>
            <a:srgbClr val="3AAEBB"/>
          </a:solidFill>
        </a:ln>
      </dgm:spPr>
      <dgm:t>
        <a:bodyPr/>
        <a:lstStyle/>
        <a:p>
          <a:endParaRPr lang="de-CH"/>
        </a:p>
      </dgm:t>
    </dgm:pt>
    <dgm:pt modelId="{0E7C48FB-E8C5-43AB-915A-6E701068C622}" type="sibTrans" cxnId="{8B8FF60B-8A87-4783-B158-188B04721404}">
      <dgm:prSet/>
      <dgm:spPr>
        <a:ln>
          <a:solidFill>
            <a:srgbClr val="3AAEBB"/>
          </a:solidFill>
        </a:ln>
      </dgm:spPr>
      <dgm:t>
        <a:bodyPr/>
        <a:lstStyle/>
        <a:p>
          <a:r>
            <a:rPr lang="de-CH" dirty="0" smtClean="0"/>
            <a:t>Swiss </a:t>
          </a:r>
          <a:r>
            <a:rPr lang="de-CH" dirty="0" err="1" smtClean="0"/>
            <a:t>german</a:t>
          </a:r>
          <a:endParaRPr lang="de-CH" dirty="0"/>
        </a:p>
      </dgm:t>
    </dgm:pt>
    <dgm:pt modelId="{0D77DE94-B9BB-4D57-AC92-A5EE1E36CCF2}">
      <dgm:prSet/>
      <dgm:spPr>
        <a:solidFill>
          <a:srgbClr val="3AAEBB"/>
        </a:solidFill>
      </dgm:spPr>
      <dgm:t>
        <a:bodyPr/>
        <a:lstStyle/>
        <a:p>
          <a:r>
            <a:rPr lang="de-CH" dirty="0" err="1" smtClean="0"/>
            <a:t>fr_CH</a:t>
          </a:r>
          <a:endParaRPr lang="de-CH" dirty="0"/>
        </a:p>
      </dgm:t>
    </dgm:pt>
    <dgm:pt modelId="{4FF176BD-B167-42B2-ADF6-CBF0C2E9E749}" type="parTrans" cxnId="{C9796E27-44B1-4737-BCA5-8C8A34155FD8}">
      <dgm:prSet/>
      <dgm:spPr>
        <a:ln>
          <a:solidFill>
            <a:srgbClr val="3AAEBB"/>
          </a:solidFill>
        </a:ln>
      </dgm:spPr>
      <dgm:t>
        <a:bodyPr/>
        <a:lstStyle/>
        <a:p>
          <a:endParaRPr lang="de-CH"/>
        </a:p>
      </dgm:t>
    </dgm:pt>
    <dgm:pt modelId="{D149DA2D-97A5-4988-87A4-3A2F47CC9A4C}" type="sibTrans" cxnId="{C9796E27-44B1-4737-BCA5-8C8A34155FD8}">
      <dgm:prSet/>
      <dgm:spPr>
        <a:ln>
          <a:solidFill>
            <a:srgbClr val="3AAEBB"/>
          </a:solidFill>
        </a:ln>
      </dgm:spPr>
      <dgm:t>
        <a:bodyPr/>
        <a:lstStyle/>
        <a:p>
          <a:r>
            <a:rPr lang="de-CH" dirty="0" smtClean="0"/>
            <a:t>Swiss </a:t>
          </a:r>
          <a:r>
            <a:rPr lang="de-CH" dirty="0" err="1" smtClean="0"/>
            <a:t>french</a:t>
          </a:r>
          <a:endParaRPr lang="de-CH" dirty="0"/>
        </a:p>
      </dgm:t>
    </dgm:pt>
    <dgm:pt modelId="{BB4C928B-59C0-4516-8FEB-037928CD93B7}">
      <dgm:prSet/>
      <dgm:spPr>
        <a:solidFill>
          <a:srgbClr val="3AAEBB"/>
        </a:solidFill>
      </dgm:spPr>
      <dgm:t>
        <a:bodyPr/>
        <a:lstStyle/>
        <a:p>
          <a:r>
            <a:rPr lang="de-CH" dirty="0" err="1" smtClean="0"/>
            <a:t>en_GB</a:t>
          </a:r>
          <a:endParaRPr lang="de-CH" dirty="0"/>
        </a:p>
      </dgm:t>
    </dgm:pt>
    <dgm:pt modelId="{F64C333D-E34F-463F-99BA-BCAC14868163}" type="parTrans" cxnId="{43CC8CE6-D59E-4525-AACA-57676C897569}">
      <dgm:prSet/>
      <dgm:spPr>
        <a:ln>
          <a:solidFill>
            <a:srgbClr val="3AAEBB"/>
          </a:solidFill>
        </a:ln>
      </dgm:spPr>
      <dgm:t>
        <a:bodyPr/>
        <a:lstStyle/>
        <a:p>
          <a:endParaRPr lang="de-CH"/>
        </a:p>
      </dgm:t>
    </dgm:pt>
    <dgm:pt modelId="{9519E085-DDE6-46E6-B1AF-F01FCFFCEB83}" type="sibTrans" cxnId="{43CC8CE6-D59E-4525-AACA-57676C897569}">
      <dgm:prSet/>
      <dgm:spPr>
        <a:ln>
          <a:solidFill>
            <a:srgbClr val="3AAEBB"/>
          </a:solidFill>
        </a:ln>
      </dgm:spPr>
      <dgm:t>
        <a:bodyPr/>
        <a:lstStyle/>
        <a:p>
          <a:r>
            <a:rPr lang="de-CH" dirty="0" smtClean="0"/>
            <a:t>British </a:t>
          </a:r>
          <a:r>
            <a:rPr lang="de-CH" dirty="0" err="1" smtClean="0"/>
            <a:t>english</a:t>
          </a:r>
          <a:endParaRPr lang="de-CH" dirty="0"/>
        </a:p>
      </dgm:t>
    </dgm:pt>
    <dgm:pt modelId="{4DF9E443-7368-4FEE-94BD-0C3D509419A5}">
      <dgm:prSet/>
      <dgm:spPr>
        <a:solidFill>
          <a:srgbClr val="3AAEBB"/>
        </a:solidFill>
      </dgm:spPr>
      <dgm:t>
        <a:bodyPr/>
        <a:lstStyle/>
        <a:p>
          <a:r>
            <a:rPr lang="de-CH" dirty="0" smtClean="0"/>
            <a:t>…</a:t>
          </a:r>
          <a:endParaRPr lang="de-CH" dirty="0"/>
        </a:p>
      </dgm:t>
    </dgm:pt>
    <dgm:pt modelId="{BAF9C436-6C6A-4EF9-B1F4-86C71B45F1CA}" type="parTrans" cxnId="{66F89675-37DD-4D23-979E-1767368DF6A0}">
      <dgm:prSet/>
      <dgm:spPr>
        <a:ln>
          <a:solidFill>
            <a:srgbClr val="3AAEBB"/>
          </a:solidFill>
        </a:ln>
      </dgm:spPr>
      <dgm:t>
        <a:bodyPr/>
        <a:lstStyle/>
        <a:p>
          <a:endParaRPr lang="de-CH"/>
        </a:p>
      </dgm:t>
    </dgm:pt>
    <dgm:pt modelId="{79EA8831-3736-4257-9A27-9AEAF6031445}" type="sibTrans" cxnId="{66F89675-37DD-4D23-979E-1767368DF6A0}">
      <dgm:prSet/>
      <dgm:spPr>
        <a:ln>
          <a:solidFill>
            <a:srgbClr val="3AAEBB"/>
          </a:solidFill>
        </a:ln>
      </dgm:spPr>
      <dgm:t>
        <a:bodyPr/>
        <a:lstStyle/>
        <a:p>
          <a:r>
            <a:rPr lang="de-CH" dirty="0" err="1" smtClean="0"/>
            <a:t>other</a:t>
          </a:r>
          <a:r>
            <a:rPr lang="de-CH" dirty="0" smtClean="0"/>
            <a:t> </a:t>
          </a:r>
          <a:r>
            <a:rPr lang="de-CH" dirty="0" err="1" smtClean="0"/>
            <a:t>dirs</a:t>
          </a:r>
          <a:endParaRPr lang="de-CH" dirty="0"/>
        </a:p>
      </dgm:t>
    </dgm:pt>
    <dgm:pt modelId="{49A0CF8B-0565-4987-AFE5-B59F2C25DCDA}" type="pres">
      <dgm:prSet presAssocID="{C1D05556-DE47-45E5-99ED-E53ADDA46E2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de-CH"/>
        </a:p>
      </dgm:t>
    </dgm:pt>
    <dgm:pt modelId="{2CD4B189-1F64-43D1-8F4D-64BC86F1B62F}" type="pres">
      <dgm:prSet presAssocID="{0EE13927-0D40-4ECB-86BB-3CD312E77BB4}" presName="hierRoot1" presStyleCnt="0">
        <dgm:presLayoutVars>
          <dgm:hierBranch val="init"/>
        </dgm:presLayoutVars>
      </dgm:prSet>
      <dgm:spPr/>
    </dgm:pt>
    <dgm:pt modelId="{8CCC4D98-2F5B-493C-98EC-782B4CBC18F1}" type="pres">
      <dgm:prSet presAssocID="{0EE13927-0D40-4ECB-86BB-3CD312E77BB4}" presName="rootComposite1" presStyleCnt="0"/>
      <dgm:spPr/>
    </dgm:pt>
    <dgm:pt modelId="{368EDB6F-2A97-48AC-851D-E95746C5B705}" type="pres">
      <dgm:prSet presAssocID="{0EE13927-0D40-4ECB-86BB-3CD312E77BB4}" presName="rootText1" presStyleLbl="node0" presStyleIdx="0" presStyleCnt="1">
        <dgm:presLayoutVars>
          <dgm:chMax/>
          <dgm:chPref val="3"/>
        </dgm:presLayoutVars>
      </dgm:prSet>
      <dgm:spPr/>
      <dgm:t>
        <a:bodyPr/>
        <a:lstStyle/>
        <a:p>
          <a:endParaRPr lang="de-CH"/>
        </a:p>
      </dgm:t>
    </dgm:pt>
    <dgm:pt modelId="{78D7F5A3-06E3-446F-BE0C-C42BAA8ADA8E}" type="pres">
      <dgm:prSet presAssocID="{0EE13927-0D40-4ECB-86BB-3CD312E77BB4}" presName="titleText1" presStyleLbl="fgAcc0" presStyleIdx="0" presStyleCnt="1">
        <dgm:presLayoutVars>
          <dgm:chMax val="0"/>
          <dgm:chPref val="0"/>
        </dgm:presLayoutVars>
      </dgm:prSet>
      <dgm:spPr/>
      <dgm:t>
        <a:bodyPr/>
        <a:lstStyle/>
        <a:p>
          <a:endParaRPr lang="de-CH"/>
        </a:p>
      </dgm:t>
    </dgm:pt>
    <dgm:pt modelId="{7374EE0F-40C6-481E-B589-58C32A418F8C}" type="pres">
      <dgm:prSet presAssocID="{0EE13927-0D40-4ECB-86BB-3CD312E77BB4}" presName="rootConnector1" presStyleLbl="node1" presStyleIdx="0" presStyleCnt="11"/>
      <dgm:spPr/>
      <dgm:t>
        <a:bodyPr/>
        <a:lstStyle/>
        <a:p>
          <a:endParaRPr lang="de-CH"/>
        </a:p>
      </dgm:t>
    </dgm:pt>
    <dgm:pt modelId="{BF3844FB-668C-4813-9407-EC2C508994F5}" type="pres">
      <dgm:prSet presAssocID="{0EE13927-0D40-4ECB-86BB-3CD312E77BB4}" presName="hierChild2" presStyleCnt="0"/>
      <dgm:spPr/>
    </dgm:pt>
    <dgm:pt modelId="{D2A3CD3A-8D7B-4427-8059-32491F2822A4}" type="pres">
      <dgm:prSet presAssocID="{3E9B8954-A419-42D0-A07D-A37BDBD2FF67}" presName="Name37" presStyleLbl="parChTrans1D2" presStyleIdx="0" presStyleCnt="3"/>
      <dgm:spPr/>
      <dgm:t>
        <a:bodyPr/>
        <a:lstStyle/>
        <a:p>
          <a:endParaRPr lang="de-CH"/>
        </a:p>
      </dgm:t>
    </dgm:pt>
    <dgm:pt modelId="{F1CD4DFD-D57F-4C94-8E64-4D6DA95D5B8C}" type="pres">
      <dgm:prSet presAssocID="{2465DDE0-F623-4B0A-98E4-7C51C4F067A0}" presName="hierRoot2" presStyleCnt="0">
        <dgm:presLayoutVars>
          <dgm:hierBranch val="init"/>
        </dgm:presLayoutVars>
      </dgm:prSet>
      <dgm:spPr/>
    </dgm:pt>
    <dgm:pt modelId="{089C12F4-474F-430D-9714-0B9C105CAED0}" type="pres">
      <dgm:prSet presAssocID="{2465DDE0-F623-4B0A-98E4-7C51C4F067A0}" presName="rootComposite" presStyleCnt="0"/>
      <dgm:spPr/>
    </dgm:pt>
    <dgm:pt modelId="{1E77D035-267E-4156-B546-141798068E88}" type="pres">
      <dgm:prSet presAssocID="{2465DDE0-F623-4B0A-98E4-7C51C4F067A0}" presName="rootText" presStyleLbl="node1" presStyleIdx="0" presStyleCnt="11">
        <dgm:presLayoutVars>
          <dgm:chMax/>
          <dgm:chPref val="3"/>
        </dgm:presLayoutVars>
      </dgm:prSet>
      <dgm:spPr/>
      <dgm:t>
        <a:bodyPr/>
        <a:lstStyle/>
        <a:p>
          <a:endParaRPr lang="de-CH"/>
        </a:p>
      </dgm:t>
    </dgm:pt>
    <dgm:pt modelId="{D1D7FA07-045A-469A-877B-E61BA29F31DA}" type="pres">
      <dgm:prSet presAssocID="{2465DDE0-F623-4B0A-98E4-7C51C4F067A0}" presName="titleText2" presStyleLbl="fgAcc1" presStyleIdx="0" presStyleCnt="11">
        <dgm:presLayoutVars>
          <dgm:chMax val="0"/>
          <dgm:chPref val="0"/>
        </dgm:presLayoutVars>
      </dgm:prSet>
      <dgm:spPr/>
      <dgm:t>
        <a:bodyPr/>
        <a:lstStyle/>
        <a:p>
          <a:endParaRPr lang="de-CH"/>
        </a:p>
      </dgm:t>
    </dgm:pt>
    <dgm:pt modelId="{CA0BF19C-9B49-469F-A02E-888F5B328DB2}" type="pres">
      <dgm:prSet presAssocID="{2465DDE0-F623-4B0A-98E4-7C51C4F067A0}" presName="rootConnector" presStyleLbl="node2" presStyleIdx="0" presStyleCnt="0"/>
      <dgm:spPr/>
      <dgm:t>
        <a:bodyPr/>
        <a:lstStyle/>
        <a:p>
          <a:endParaRPr lang="de-CH"/>
        </a:p>
      </dgm:t>
    </dgm:pt>
    <dgm:pt modelId="{58FF6AF8-CD3F-4602-8118-A076D783AAB2}" type="pres">
      <dgm:prSet presAssocID="{2465DDE0-F623-4B0A-98E4-7C51C4F067A0}" presName="hierChild4" presStyleCnt="0"/>
      <dgm:spPr/>
    </dgm:pt>
    <dgm:pt modelId="{6A472FE8-21CA-4E9B-A3F9-CE7AFA41D319}" type="pres">
      <dgm:prSet presAssocID="{2465DDE0-F623-4B0A-98E4-7C51C4F067A0}" presName="hierChild5" presStyleCnt="0"/>
      <dgm:spPr/>
    </dgm:pt>
    <dgm:pt modelId="{243E20C6-575B-40C3-994D-ADCC86C99563}" type="pres">
      <dgm:prSet presAssocID="{68426373-2F01-44E7-8E5C-2D22B7A760F2}" presName="Name37" presStyleLbl="parChTrans1D2" presStyleIdx="1" presStyleCnt="3"/>
      <dgm:spPr/>
      <dgm:t>
        <a:bodyPr/>
        <a:lstStyle/>
        <a:p>
          <a:endParaRPr lang="de-CH"/>
        </a:p>
      </dgm:t>
    </dgm:pt>
    <dgm:pt modelId="{CF1B1BFA-5815-4577-BD0E-E5F37ABC337F}" type="pres">
      <dgm:prSet presAssocID="{053C2345-1BBD-44B5-87B4-4617DD1631CD}" presName="hierRoot2" presStyleCnt="0">
        <dgm:presLayoutVars>
          <dgm:hierBranch val="init"/>
        </dgm:presLayoutVars>
      </dgm:prSet>
      <dgm:spPr/>
    </dgm:pt>
    <dgm:pt modelId="{00898F26-4E25-43B9-A264-1F990EE01BE5}" type="pres">
      <dgm:prSet presAssocID="{053C2345-1BBD-44B5-87B4-4617DD1631CD}" presName="rootComposite" presStyleCnt="0"/>
      <dgm:spPr/>
    </dgm:pt>
    <dgm:pt modelId="{5FB05736-C125-45CB-ABF4-9688A25D9B99}" type="pres">
      <dgm:prSet presAssocID="{053C2345-1BBD-44B5-87B4-4617DD1631CD}" presName="rootText" presStyleLbl="node1" presStyleIdx="1" presStyleCnt="11">
        <dgm:presLayoutVars>
          <dgm:chMax/>
          <dgm:chPref val="3"/>
        </dgm:presLayoutVars>
      </dgm:prSet>
      <dgm:spPr/>
      <dgm:t>
        <a:bodyPr/>
        <a:lstStyle/>
        <a:p>
          <a:endParaRPr lang="de-CH"/>
        </a:p>
      </dgm:t>
    </dgm:pt>
    <dgm:pt modelId="{5B76DF9E-B326-420B-8C17-CFB3D2B83852}" type="pres">
      <dgm:prSet presAssocID="{053C2345-1BBD-44B5-87B4-4617DD1631CD}" presName="titleText2" presStyleLbl="fgAcc1" presStyleIdx="1" presStyleCnt="11">
        <dgm:presLayoutVars>
          <dgm:chMax val="0"/>
          <dgm:chPref val="0"/>
        </dgm:presLayoutVars>
      </dgm:prSet>
      <dgm:spPr/>
      <dgm:t>
        <a:bodyPr/>
        <a:lstStyle/>
        <a:p>
          <a:endParaRPr lang="de-CH"/>
        </a:p>
      </dgm:t>
    </dgm:pt>
    <dgm:pt modelId="{629111E3-18E1-4EAD-83AA-36AE4D79ED78}" type="pres">
      <dgm:prSet presAssocID="{053C2345-1BBD-44B5-87B4-4617DD1631CD}" presName="rootConnector" presStyleLbl="node2" presStyleIdx="0" presStyleCnt="0"/>
      <dgm:spPr/>
      <dgm:t>
        <a:bodyPr/>
        <a:lstStyle/>
        <a:p>
          <a:endParaRPr lang="de-CH"/>
        </a:p>
      </dgm:t>
    </dgm:pt>
    <dgm:pt modelId="{031F89F8-80AB-41D7-9A4E-378AFF8A7C6E}" type="pres">
      <dgm:prSet presAssocID="{053C2345-1BBD-44B5-87B4-4617DD1631CD}" presName="hierChild4" presStyleCnt="0"/>
      <dgm:spPr/>
    </dgm:pt>
    <dgm:pt modelId="{4E4F829E-A450-4245-B9EB-0721C4C7EE81}" type="pres">
      <dgm:prSet presAssocID="{001FCC15-06B9-4CBF-A5D9-B186E071BFDE}" presName="Name37" presStyleLbl="parChTrans1D3" presStyleIdx="0" presStyleCnt="3"/>
      <dgm:spPr/>
      <dgm:t>
        <a:bodyPr/>
        <a:lstStyle/>
        <a:p>
          <a:endParaRPr lang="de-CH"/>
        </a:p>
      </dgm:t>
    </dgm:pt>
    <dgm:pt modelId="{249A5F9A-D382-454A-8F3A-0D9904856FBD}" type="pres">
      <dgm:prSet presAssocID="{5DD2806D-4C59-472A-AA8E-C202904B84E1}" presName="hierRoot2" presStyleCnt="0">
        <dgm:presLayoutVars>
          <dgm:hierBranch val="init"/>
        </dgm:presLayoutVars>
      </dgm:prSet>
      <dgm:spPr/>
    </dgm:pt>
    <dgm:pt modelId="{C144EA6F-7124-4A44-9978-C9EFCBEDF425}" type="pres">
      <dgm:prSet presAssocID="{5DD2806D-4C59-472A-AA8E-C202904B84E1}" presName="rootComposite" presStyleCnt="0"/>
      <dgm:spPr/>
    </dgm:pt>
    <dgm:pt modelId="{A10DCBBB-58BD-41E6-A0CE-179E520C3489}" type="pres">
      <dgm:prSet presAssocID="{5DD2806D-4C59-472A-AA8E-C202904B84E1}" presName="rootText" presStyleLbl="node1" presStyleIdx="2" presStyleCnt="11">
        <dgm:presLayoutVars>
          <dgm:chMax/>
          <dgm:chPref val="3"/>
        </dgm:presLayoutVars>
      </dgm:prSet>
      <dgm:spPr/>
      <dgm:t>
        <a:bodyPr/>
        <a:lstStyle/>
        <a:p>
          <a:endParaRPr lang="de-CH"/>
        </a:p>
      </dgm:t>
    </dgm:pt>
    <dgm:pt modelId="{EA948EDD-8C9A-475A-BAA8-19B8223D3F17}" type="pres">
      <dgm:prSet presAssocID="{5DD2806D-4C59-472A-AA8E-C202904B84E1}" presName="titleText2" presStyleLbl="fgAcc1" presStyleIdx="2" presStyleCnt="11">
        <dgm:presLayoutVars>
          <dgm:chMax val="0"/>
          <dgm:chPref val="0"/>
        </dgm:presLayoutVars>
      </dgm:prSet>
      <dgm:spPr/>
      <dgm:t>
        <a:bodyPr/>
        <a:lstStyle/>
        <a:p>
          <a:endParaRPr lang="de-CH"/>
        </a:p>
      </dgm:t>
    </dgm:pt>
    <dgm:pt modelId="{BD29B977-BFEE-4977-AA1B-65876E074FA4}" type="pres">
      <dgm:prSet presAssocID="{5DD2806D-4C59-472A-AA8E-C202904B84E1}" presName="rootConnector" presStyleLbl="node3" presStyleIdx="0" presStyleCnt="0"/>
      <dgm:spPr/>
      <dgm:t>
        <a:bodyPr/>
        <a:lstStyle/>
        <a:p>
          <a:endParaRPr lang="de-CH"/>
        </a:p>
      </dgm:t>
    </dgm:pt>
    <dgm:pt modelId="{03B986B2-23B5-4EB7-AD00-C2381E9B7577}" type="pres">
      <dgm:prSet presAssocID="{5DD2806D-4C59-472A-AA8E-C202904B84E1}" presName="hierChild4" presStyleCnt="0"/>
      <dgm:spPr/>
    </dgm:pt>
    <dgm:pt modelId="{64670BB2-08A7-473D-86E1-B3304F04C15B}" type="pres">
      <dgm:prSet presAssocID="{5DD2806D-4C59-472A-AA8E-C202904B84E1}" presName="hierChild5" presStyleCnt="0"/>
      <dgm:spPr/>
    </dgm:pt>
    <dgm:pt modelId="{0EF64328-674A-4B39-AD1C-B218377C8044}" type="pres">
      <dgm:prSet presAssocID="{CC27489E-73D8-4EEC-BBA2-A7FB82B51ACC}" presName="Name37" presStyleLbl="parChTrans1D3" presStyleIdx="1" presStyleCnt="3"/>
      <dgm:spPr/>
      <dgm:t>
        <a:bodyPr/>
        <a:lstStyle/>
        <a:p>
          <a:endParaRPr lang="de-CH"/>
        </a:p>
      </dgm:t>
    </dgm:pt>
    <dgm:pt modelId="{6C10D8FF-F2EF-4367-AB13-EF39D949D272}" type="pres">
      <dgm:prSet presAssocID="{3D10C42B-EDED-4E1E-9A97-C8572040CB35}" presName="hierRoot2" presStyleCnt="0">
        <dgm:presLayoutVars>
          <dgm:hierBranch val="init"/>
        </dgm:presLayoutVars>
      </dgm:prSet>
      <dgm:spPr/>
    </dgm:pt>
    <dgm:pt modelId="{A5E5FD50-02B6-4768-B73A-B09BC0B11A8F}" type="pres">
      <dgm:prSet presAssocID="{3D10C42B-EDED-4E1E-9A97-C8572040CB35}" presName="rootComposite" presStyleCnt="0"/>
      <dgm:spPr/>
    </dgm:pt>
    <dgm:pt modelId="{7713B033-7530-4166-BD36-BD6B63F07B3F}" type="pres">
      <dgm:prSet presAssocID="{3D10C42B-EDED-4E1E-9A97-C8572040CB35}" presName="rootText" presStyleLbl="node1" presStyleIdx="3" presStyleCnt="11">
        <dgm:presLayoutVars>
          <dgm:chMax/>
          <dgm:chPref val="3"/>
        </dgm:presLayoutVars>
      </dgm:prSet>
      <dgm:spPr/>
      <dgm:t>
        <a:bodyPr/>
        <a:lstStyle/>
        <a:p>
          <a:endParaRPr lang="de-CH"/>
        </a:p>
      </dgm:t>
    </dgm:pt>
    <dgm:pt modelId="{7D05767B-AF0A-4094-819D-6E67645BFAD8}" type="pres">
      <dgm:prSet presAssocID="{3D10C42B-EDED-4E1E-9A97-C8572040CB35}" presName="titleText2" presStyleLbl="fgAcc1" presStyleIdx="3" presStyleCnt="11">
        <dgm:presLayoutVars>
          <dgm:chMax val="0"/>
          <dgm:chPref val="0"/>
        </dgm:presLayoutVars>
      </dgm:prSet>
      <dgm:spPr/>
      <dgm:t>
        <a:bodyPr/>
        <a:lstStyle/>
        <a:p>
          <a:endParaRPr lang="de-CH"/>
        </a:p>
      </dgm:t>
    </dgm:pt>
    <dgm:pt modelId="{6010D5FC-7D87-4A78-9012-43B2BB0C7BF8}" type="pres">
      <dgm:prSet presAssocID="{3D10C42B-EDED-4E1E-9A97-C8572040CB35}" presName="rootConnector" presStyleLbl="node3" presStyleIdx="0" presStyleCnt="0"/>
      <dgm:spPr/>
      <dgm:t>
        <a:bodyPr/>
        <a:lstStyle/>
        <a:p>
          <a:endParaRPr lang="de-CH"/>
        </a:p>
      </dgm:t>
    </dgm:pt>
    <dgm:pt modelId="{E9325F1B-FDBC-43A7-8275-B581ED031D6B}" type="pres">
      <dgm:prSet presAssocID="{3D10C42B-EDED-4E1E-9A97-C8572040CB35}" presName="hierChild4" presStyleCnt="0"/>
      <dgm:spPr/>
    </dgm:pt>
    <dgm:pt modelId="{2F334E6D-28E1-4BA5-9F70-48A19FA2A01B}" type="pres">
      <dgm:prSet presAssocID="{3D10C42B-EDED-4E1E-9A97-C8572040CB35}" presName="hierChild5" presStyleCnt="0"/>
      <dgm:spPr/>
    </dgm:pt>
    <dgm:pt modelId="{24CBB703-2C39-41B5-B0C0-A73632B3B4CA}" type="pres">
      <dgm:prSet presAssocID="{27CD2DCC-3652-4A2F-B5B7-5EEADF38555B}" presName="Name37" presStyleLbl="parChTrans1D3" presStyleIdx="2" presStyleCnt="3"/>
      <dgm:spPr/>
      <dgm:t>
        <a:bodyPr/>
        <a:lstStyle/>
        <a:p>
          <a:endParaRPr lang="de-CH"/>
        </a:p>
      </dgm:t>
    </dgm:pt>
    <dgm:pt modelId="{FC3FA35F-9A7D-4710-99AC-786E9893025C}" type="pres">
      <dgm:prSet presAssocID="{2F239EC3-5740-48FE-9833-51F1785390BF}" presName="hierRoot2" presStyleCnt="0">
        <dgm:presLayoutVars>
          <dgm:hierBranch val="init"/>
        </dgm:presLayoutVars>
      </dgm:prSet>
      <dgm:spPr/>
    </dgm:pt>
    <dgm:pt modelId="{81B0F23F-CB3B-43E2-B93E-A99788C8BF03}" type="pres">
      <dgm:prSet presAssocID="{2F239EC3-5740-48FE-9833-51F1785390BF}" presName="rootComposite" presStyleCnt="0"/>
      <dgm:spPr/>
    </dgm:pt>
    <dgm:pt modelId="{CFF088DB-FD49-49BA-8AB4-FA5433EC43D8}" type="pres">
      <dgm:prSet presAssocID="{2F239EC3-5740-48FE-9833-51F1785390BF}" presName="rootText" presStyleLbl="node1" presStyleIdx="4" presStyleCnt="11">
        <dgm:presLayoutVars>
          <dgm:chMax/>
          <dgm:chPref val="3"/>
        </dgm:presLayoutVars>
      </dgm:prSet>
      <dgm:spPr/>
      <dgm:t>
        <a:bodyPr/>
        <a:lstStyle/>
        <a:p>
          <a:endParaRPr lang="de-CH"/>
        </a:p>
      </dgm:t>
    </dgm:pt>
    <dgm:pt modelId="{D0381C63-982D-4225-AA44-71136331C320}" type="pres">
      <dgm:prSet presAssocID="{2F239EC3-5740-48FE-9833-51F1785390BF}" presName="titleText2" presStyleLbl="fgAcc1" presStyleIdx="4" presStyleCnt="11">
        <dgm:presLayoutVars>
          <dgm:chMax val="0"/>
          <dgm:chPref val="0"/>
        </dgm:presLayoutVars>
      </dgm:prSet>
      <dgm:spPr/>
      <dgm:t>
        <a:bodyPr/>
        <a:lstStyle/>
        <a:p>
          <a:endParaRPr lang="de-CH"/>
        </a:p>
      </dgm:t>
    </dgm:pt>
    <dgm:pt modelId="{F42EEA3B-3DB0-4925-BD6D-08BDA775E48B}" type="pres">
      <dgm:prSet presAssocID="{2F239EC3-5740-48FE-9833-51F1785390BF}" presName="rootConnector" presStyleLbl="node3" presStyleIdx="0" presStyleCnt="0"/>
      <dgm:spPr/>
      <dgm:t>
        <a:bodyPr/>
        <a:lstStyle/>
        <a:p>
          <a:endParaRPr lang="de-CH"/>
        </a:p>
      </dgm:t>
    </dgm:pt>
    <dgm:pt modelId="{ED67EE85-3CF2-4A0A-AB06-3249936F0E86}" type="pres">
      <dgm:prSet presAssocID="{2F239EC3-5740-48FE-9833-51F1785390BF}" presName="hierChild4" presStyleCnt="0"/>
      <dgm:spPr/>
    </dgm:pt>
    <dgm:pt modelId="{AAEAD3AF-1E26-4F7F-9984-AE183063CE45}" type="pres">
      <dgm:prSet presAssocID="{C6F59557-C2B5-4469-B0EA-8BF16D7808C4}" presName="Name37" presStyleLbl="parChTrans1D4" presStyleIdx="0" presStyleCnt="5"/>
      <dgm:spPr/>
      <dgm:t>
        <a:bodyPr/>
        <a:lstStyle/>
        <a:p>
          <a:endParaRPr lang="de-CH"/>
        </a:p>
      </dgm:t>
    </dgm:pt>
    <dgm:pt modelId="{4F4AA853-EED2-4E27-A017-07A2E95F6CB1}" type="pres">
      <dgm:prSet presAssocID="{D9E2DAB2-FE54-454F-86BA-D38BF5640BBA}" presName="hierRoot2" presStyleCnt="0">
        <dgm:presLayoutVars>
          <dgm:hierBranch val="init"/>
        </dgm:presLayoutVars>
      </dgm:prSet>
      <dgm:spPr/>
    </dgm:pt>
    <dgm:pt modelId="{0582004F-3745-4E6A-875E-C8955A4A4A92}" type="pres">
      <dgm:prSet presAssocID="{D9E2DAB2-FE54-454F-86BA-D38BF5640BBA}" presName="rootComposite" presStyleCnt="0"/>
      <dgm:spPr/>
    </dgm:pt>
    <dgm:pt modelId="{E55D1D36-7DA5-4BA5-B9A7-FE4DFBC3C746}" type="pres">
      <dgm:prSet presAssocID="{D9E2DAB2-FE54-454F-86BA-D38BF5640BBA}" presName="rootText" presStyleLbl="node1" presStyleIdx="5" presStyleCnt="11">
        <dgm:presLayoutVars>
          <dgm:chMax/>
          <dgm:chPref val="3"/>
        </dgm:presLayoutVars>
      </dgm:prSet>
      <dgm:spPr/>
      <dgm:t>
        <a:bodyPr/>
        <a:lstStyle/>
        <a:p>
          <a:endParaRPr lang="de-CH"/>
        </a:p>
      </dgm:t>
    </dgm:pt>
    <dgm:pt modelId="{4322E8DD-FB0F-4DC2-AC48-B7A322346517}" type="pres">
      <dgm:prSet presAssocID="{D9E2DAB2-FE54-454F-86BA-D38BF5640BBA}" presName="titleText2" presStyleLbl="fgAcc1" presStyleIdx="5" presStyleCnt="11">
        <dgm:presLayoutVars>
          <dgm:chMax val="0"/>
          <dgm:chPref val="0"/>
        </dgm:presLayoutVars>
      </dgm:prSet>
      <dgm:spPr/>
      <dgm:t>
        <a:bodyPr/>
        <a:lstStyle/>
        <a:p>
          <a:endParaRPr lang="de-CH"/>
        </a:p>
      </dgm:t>
    </dgm:pt>
    <dgm:pt modelId="{E4215D80-4FBE-4D19-84AD-DFDE8E2A5488}" type="pres">
      <dgm:prSet presAssocID="{D9E2DAB2-FE54-454F-86BA-D38BF5640BBA}" presName="rootConnector" presStyleLbl="node4" presStyleIdx="0" presStyleCnt="0"/>
      <dgm:spPr/>
      <dgm:t>
        <a:bodyPr/>
        <a:lstStyle/>
        <a:p>
          <a:endParaRPr lang="de-CH"/>
        </a:p>
      </dgm:t>
    </dgm:pt>
    <dgm:pt modelId="{6384F8BF-EE90-4E0D-AC05-A6CF99B62D65}" type="pres">
      <dgm:prSet presAssocID="{D9E2DAB2-FE54-454F-86BA-D38BF5640BBA}" presName="hierChild4" presStyleCnt="0"/>
      <dgm:spPr/>
    </dgm:pt>
    <dgm:pt modelId="{F4DC4E48-2F59-4885-9894-06583DD959FD}" type="pres">
      <dgm:prSet presAssocID="{02DCCBA8-8F9D-45A8-95C0-ABB66A001758}" presName="Name37" presStyleLbl="parChTrans1D4" presStyleIdx="1" presStyleCnt="5"/>
      <dgm:spPr/>
      <dgm:t>
        <a:bodyPr/>
        <a:lstStyle/>
        <a:p>
          <a:endParaRPr lang="de-CH"/>
        </a:p>
      </dgm:t>
    </dgm:pt>
    <dgm:pt modelId="{00299D42-878E-45BF-B72B-B2154B5630F2}" type="pres">
      <dgm:prSet presAssocID="{A0B68031-4CC4-4E40-93B8-D1A9C2AF22E6}" presName="hierRoot2" presStyleCnt="0">
        <dgm:presLayoutVars>
          <dgm:hierBranch val="init"/>
        </dgm:presLayoutVars>
      </dgm:prSet>
      <dgm:spPr/>
    </dgm:pt>
    <dgm:pt modelId="{E0D25251-E7E3-452F-81B3-B767975FF102}" type="pres">
      <dgm:prSet presAssocID="{A0B68031-4CC4-4E40-93B8-D1A9C2AF22E6}" presName="rootComposite" presStyleCnt="0"/>
      <dgm:spPr/>
    </dgm:pt>
    <dgm:pt modelId="{BBB3BABD-633F-4C8B-BD05-325B7093A415}" type="pres">
      <dgm:prSet presAssocID="{A0B68031-4CC4-4E40-93B8-D1A9C2AF22E6}" presName="rootText" presStyleLbl="node1" presStyleIdx="6" presStyleCnt="11">
        <dgm:presLayoutVars>
          <dgm:chMax/>
          <dgm:chPref val="3"/>
        </dgm:presLayoutVars>
      </dgm:prSet>
      <dgm:spPr/>
      <dgm:t>
        <a:bodyPr/>
        <a:lstStyle/>
        <a:p>
          <a:endParaRPr lang="de-CH"/>
        </a:p>
      </dgm:t>
    </dgm:pt>
    <dgm:pt modelId="{A06108AB-478C-4F01-91AF-732CE5E7FFB0}" type="pres">
      <dgm:prSet presAssocID="{A0B68031-4CC4-4E40-93B8-D1A9C2AF22E6}" presName="titleText2" presStyleLbl="fgAcc1" presStyleIdx="6" presStyleCnt="11">
        <dgm:presLayoutVars>
          <dgm:chMax val="0"/>
          <dgm:chPref val="0"/>
        </dgm:presLayoutVars>
      </dgm:prSet>
      <dgm:spPr/>
      <dgm:t>
        <a:bodyPr/>
        <a:lstStyle/>
        <a:p>
          <a:endParaRPr lang="de-CH"/>
        </a:p>
      </dgm:t>
    </dgm:pt>
    <dgm:pt modelId="{28049048-EB37-4ACD-A2A4-87603F40CDDB}" type="pres">
      <dgm:prSet presAssocID="{A0B68031-4CC4-4E40-93B8-D1A9C2AF22E6}" presName="rootConnector" presStyleLbl="node4" presStyleIdx="0" presStyleCnt="0"/>
      <dgm:spPr/>
      <dgm:t>
        <a:bodyPr/>
        <a:lstStyle/>
        <a:p>
          <a:endParaRPr lang="de-CH"/>
        </a:p>
      </dgm:t>
    </dgm:pt>
    <dgm:pt modelId="{A0B10565-8B3A-4BBC-963C-FDB924B6BD0A}" type="pres">
      <dgm:prSet presAssocID="{A0B68031-4CC4-4E40-93B8-D1A9C2AF22E6}" presName="hierChild4" presStyleCnt="0"/>
      <dgm:spPr/>
    </dgm:pt>
    <dgm:pt modelId="{BAA76CA4-057B-496F-87DE-95B6B2F47B05}" type="pres">
      <dgm:prSet presAssocID="{A0B68031-4CC4-4E40-93B8-D1A9C2AF22E6}" presName="hierChild5" presStyleCnt="0"/>
      <dgm:spPr/>
    </dgm:pt>
    <dgm:pt modelId="{850178F6-8BA5-4CAA-AB38-08D90C3E0231}" type="pres">
      <dgm:prSet presAssocID="{4FF176BD-B167-42B2-ADF6-CBF0C2E9E749}" presName="Name37" presStyleLbl="parChTrans1D4" presStyleIdx="2" presStyleCnt="5"/>
      <dgm:spPr/>
      <dgm:t>
        <a:bodyPr/>
        <a:lstStyle/>
        <a:p>
          <a:endParaRPr lang="de-CH"/>
        </a:p>
      </dgm:t>
    </dgm:pt>
    <dgm:pt modelId="{A62FF2F3-0BCE-4731-B492-C4AFD395B661}" type="pres">
      <dgm:prSet presAssocID="{0D77DE94-B9BB-4D57-AC92-A5EE1E36CCF2}" presName="hierRoot2" presStyleCnt="0">
        <dgm:presLayoutVars>
          <dgm:hierBranch val="init"/>
        </dgm:presLayoutVars>
      </dgm:prSet>
      <dgm:spPr/>
    </dgm:pt>
    <dgm:pt modelId="{CE058AC1-00E5-43B6-9449-83BE883B8C1D}" type="pres">
      <dgm:prSet presAssocID="{0D77DE94-B9BB-4D57-AC92-A5EE1E36CCF2}" presName="rootComposite" presStyleCnt="0"/>
      <dgm:spPr/>
    </dgm:pt>
    <dgm:pt modelId="{12C4FB3A-E899-4188-A398-55808883961F}" type="pres">
      <dgm:prSet presAssocID="{0D77DE94-B9BB-4D57-AC92-A5EE1E36CCF2}" presName="rootText" presStyleLbl="node1" presStyleIdx="7" presStyleCnt="11">
        <dgm:presLayoutVars>
          <dgm:chMax/>
          <dgm:chPref val="3"/>
        </dgm:presLayoutVars>
      </dgm:prSet>
      <dgm:spPr/>
      <dgm:t>
        <a:bodyPr/>
        <a:lstStyle/>
        <a:p>
          <a:endParaRPr lang="de-CH"/>
        </a:p>
      </dgm:t>
    </dgm:pt>
    <dgm:pt modelId="{9E50385F-87A2-4519-8D7C-DEE3F9DF818C}" type="pres">
      <dgm:prSet presAssocID="{0D77DE94-B9BB-4D57-AC92-A5EE1E36CCF2}" presName="titleText2" presStyleLbl="fgAcc1" presStyleIdx="7" presStyleCnt="11">
        <dgm:presLayoutVars>
          <dgm:chMax val="0"/>
          <dgm:chPref val="0"/>
        </dgm:presLayoutVars>
      </dgm:prSet>
      <dgm:spPr/>
      <dgm:t>
        <a:bodyPr/>
        <a:lstStyle/>
        <a:p>
          <a:endParaRPr lang="de-CH"/>
        </a:p>
      </dgm:t>
    </dgm:pt>
    <dgm:pt modelId="{C48E086D-E3B2-4031-912A-78C25A89500C}" type="pres">
      <dgm:prSet presAssocID="{0D77DE94-B9BB-4D57-AC92-A5EE1E36CCF2}" presName="rootConnector" presStyleLbl="node4" presStyleIdx="0" presStyleCnt="0"/>
      <dgm:spPr/>
      <dgm:t>
        <a:bodyPr/>
        <a:lstStyle/>
        <a:p>
          <a:endParaRPr lang="de-CH"/>
        </a:p>
      </dgm:t>
    </dgm:pt>
    <dgm:pt modelId="{75A04ACD-6567-4BE6-8B3B-1562E8C83E0D}" type="pres">
      <dgm:prSet presAssocID="{0D77DE94-B9BB-4D57-AC92-A5EE1E36CCF2}" presName="hierChild4" presStyleCnt="0"/>
      <dgm:spPr/>
    </dgm:pt>
    <dgm:pt modelId="{05E9042C-FF0A-4AD6-A5E5-F7B05A2FC2B0}" type="pres">
      <dgm:prSet presAssocID="{0D77DE94-B9BB-4D57-AC92-A5EE1E36CCF2}" presName="hierChild5" presStyleCnt="0"/>
      <dgm:spPr/>
    </dgm:pt>
    <dgm:pt modelId="{43B7E19C-CCD2-458D-82C9-73D6FDC540D0}" type="pres">
      <dgm:prSet presAssocID="{F64C333D-E34F-463F-99BA-BCAC14868163}" presName="Name37" presStyleLbl="parChTrans1D4" presStyleIdx="3" presStyleCnt="5"/>
      <dgm:spPr/>
      <dgm:t>
        <a:bodyPr/>
        <a:lstStyle/>
        <a:p>
          <a:endParaRPr lang="de-CH"/>
        </a:p>
      </dgm:t>
    </dgm:pt>
    <dgm:pt modelId="{2CC8751E-AE5F-4164-B397-16CA2961442F}" type="pres">
      <dgm:prSet presAssocID="{BB4C928B-59C0-4516-8FEB-037928CD93B7}" presName="hierRoot2" presStyleCnt="0">
        <dgm:presLayoutVars>
          <dgm:hierBranch val="init"/>
        </dgm:presLayoutVars>
      </dgm:prSet>
      <dgm:spPr/>
    </dgm:pt>
    <dgm:pt modelId="{3BA57379-07A5-4F45-83A1-1F2F9619B6F4}" type="pres">
      <dgm:prSet presAssocID="{BB4C928B-59C0-4516-8FEB-037928CD93B7}" presName="rootComposite" presStyleCnt="0"/>
      <dgm:spPr/>
    </dgm:pt>
    <dgm:pt modelId="{BCBD9A34-E482-4234-B069-27AD10781F3F}" type="pres">
      <dgm:prSet presAssocID="{BB4C928B-59C0-4516-8FEB-037928CD93B7}" presName="rootText" presStyleLbl="node1" presStyleIdx="8" presStyleCnt="11">
        <dgm:presLayoutVars>
          <dgm:chMax/>
          <dgm:chPref val="3"/>
        </dgm:presLayoutVars>
      </dgm:prSet>
      <dgm:spPr/>
      <dgm:t>
        <a:bodyPr/>
        <a:lstStyle/>
        <a:p>
          <a:endParaRPr lang="de-CH"/>
        </a:p>
      </dgm:t>
    </dgm:pt>
    <dgm:pt modelId="{CA1C5A5E-E956-4AA9-AE7C-0F02D91E53F9}" type="pres">
      <dgm:prSet presAssocID="{BB4C928B-59C0-4516-8FEB-037928CD93B7}" presName="titleText2" presStyleLbl="fgAcc1" presStyleIdx="8" presStyleCnt="11">
        <dgm:presLayoutVars>
          <dgm:chMax val="0"/>
          <dgm:chPref val="0"/>
        </dgm:presLayoutVars>
      </dgm:prSet>
      <dgm:spPr/>
      <dgm:t>
        <a:bodyPr/>
        <a:lstStyle/>
        <a:p>
          <a:endParaRPr lang="de-CH"/>
        </a:p>
      </dgm:t>
    </dgm:pt>
    <dgm:pt modelId="{9B0BE959-8532-4C50-8663-6EF074E1FE07}" type="pres">
      <dgm:prSet presAssocID="{BB4C928B-59C0-4516-8FEB-037928CD93B7}" presName="rootConnector" presStyleLbl="node4" presStyleIdx="0" presStyleCnt="0"/>
      <dgm:spPr/>
      <dgm:t>
        <a:bodyPr/>
        <a:lstStyle/>
        <a:p>
          <a:endParaRPr lang="de-CH"/>
        </a:p>
      </dgm:t>
    </dgm:pt>
    <dgm:pt modelId="{F46252FD-517A-4F77-9C91-57F64C1E0739}" type="pres">
      <dgm:prSet presAssocID="{BB4C928B-59C0-4516-8FEB-037928CD93B7}" presName="hierChild4" presStyleCnt="0"/>
      <dgm:spPr/>
    </dgm:pt>
    <dgm:pt modelId="{B39282BC-0B7B-495E-8B8C-CB801BE4B16C}" type="pres">
      <dgm:prSet presAssocID="{BB4C928B-59C0-4516-8FEB-037928CD93B7}" presName="hierChild5" presStyleCnt="0"/>
      <dgm:spPr/>
    </dgm:pt>
    <dgm:pt modelId="{A98012C7-A618-406F-A274-58BEBB6E024A}" type="pres">
      <dgm:prSet presAssocID="{D9E2DAB2-FE54-454F-86BA-D38BF5640BBA}" presName="hierChild5" presStyleCnt="0"/>
      <dgm:spPr/>
    </dgm:pt>
    <dgm:pt modelId="{B9BC3D37-E917-4F92-A145-A6417EAF9414}" type="pres">
      <dgm:prSet presAssocID="{BAF9C436-6C6A-4EF9-B1F4-86C71B45F1CA}" presName="Name37" presStyleLbl="parChTrans1D4" presStyleIdx="4" presStyleCnt="5"/>
      <dgm:spPr/>
      <dgm:t>
        <a:bodyPr/>
        <a:lstStyle/>
        <a:p>
          <a:endParaRPr lang="de-CH"/>
        </a:p>
      </dgm:t>
    </dgm:pt>
    <dgm:pt modelId="{8E6B3079-7CE3-47C4-9453-A428B9249941}" type="pres">
      <dgm:prSet presAssocID="{4DF9E443-7368-4FEE-94BD-0C3D509419A5}" presName="hierRoot2" presStyleCnt="0">
        <dgm:presLayoutVars>
          <dgm:hierBranch val="init"/>
        </dgm:presLayoutVars>
      </dgm:prSet>
      <dgm:spPr/>
    </dgm:pt>
    <dgm:pt modelId="{6B3E1543-DAE0-4160-A3CD-3F88F3C9D0B8}" type="pres">
      <dgm:prSet presAssocID="{4DF9E443-7368-4FEE-94BD-0C3D509419A5}" presName="rootComposite" presStyleCnt="0"/>
      <dgm:spPr/>
    </dgm:pt>
    <dgm:pt modelId="{4A67424E-A04C-4D2F-8526-217A171F48F2}" type="pres">
      <dgm:prSet presAssocID="{4DF9E443-7368-4FEE-94BD-0C3D509419A5}" presName="rootText" presStyleLbl="node1" presStyleIdx="9" presStyleCnt="11">
        <dgm:presLayoutVars>
          <dgm:chMax/>
          <dgm:chPref val="3"/>
        </dgm:presLayoutVars>
      </dgm:prSet>
      <dgm:spPr/>
      <dgm:t>
        <a:bodyPr/>
        <a:lstStyle/>
        <a:p>
          <a:endParaRPr lang="de-CH"/>
        </a:p>
      </dgm:t>
    </dgm:pt>
    <dgm:pt modelId="{D0EAB12B-A223-448B-A66E-1B6BE5FCB13C}" type="pres">
      <dgm:prSet presAssocID="{4DF9E443-7368-4FEE-94BD-0C3D509419A5}" presName="titleText2" presStyleLbl="fgAcc1" presStyleIdx="9" presStyleCnt="11">
        <dgm:presLayoutVars>
          <dgm:chMax val="0"/>
          <dgm:chPref val="0"/>
        </dgm:presLayoutVars>
      </dgm:prSet>
      <dgm:spPr/>
      <dgm:t>
        <a:bodyPr/>
        <a:lstStyle/>
        <a:p>
          <a:endParaRPr lang="de-CH"/>
        </a:p>
      </dgm:t>
    </dgm:pt>
    <dgm:pt modelId="{010B37C4-57A9-4D6A-ADB9-592C39CDC6DC}" type="pres">
      <dgm:prSet presAssocID="{4DF9E443-7368-4FEE-94BD-0C3D509419A5}" presName="rootConnector" presStyleLbl="node4" presStyleIdx="0" presStyleCnt="0"/>
      <dgm:spPr/>
      <dgm:t>
        <a:bodyPr/>
        <a:lstStyle/>
        <a:p>
          <a:endParaRPr lang="de-CH"/>
        </a:p>
      </dgm:t>
    </dgm:pt>
    <dgm:pt modelId="{8D7AE39B-E977-44D4-8A23-2F30CACAFA69}" type="pres">
      <dgm:prSet presAssocID="{4DF9E443-7368-4FEE-94BD-0C3D509419A5}" presName="hierChild4" presStyleCnt="0"/>
      <dgm:spPr/>
    </dgm:pt>
    <dgm:pt modelId="{8F1D5148-95D0-41F2-B75D-650DE85FE92A}" type="pres">
      <dgm:prSet presAssocID="{4DF9E443-7368-4FEE-94BD-0C3D509419A5}" presName="hierChild5" presStyleCnt="0"/>
      <dgm:spPr/>
    </dgm:pt>
    <dgm:pt modelId="{3C601E28-0424-4AC1-8574-A47189334C61}" type="pres">
      <dgm:prSet presAssocID="{2F239EC3-5740-48FE-9833-51F1785390BF}" presName="hierChild5" presStyleCnt="0"/>
      <dgm:spPr/>
    </dgm:pt>
    <dgm:pt modelId="{AE790452-58BC-4EE6-BF8C-DBFF7EDA57D5}" type="pres">
      <dgm:prSet presAssocID="{053C2345-1BBD-44B5-87B4-4617DD1631CD}" presName="hierChild5" presStyleCnt="0"/>
      <dgm:spPr/>
    </dgm:pt>
    <dgm:pt modelId="{A854F1FE-AB8F-49E4-9C3F-5A900B8DA14A}" type="pres">
      <dgm:prSet presAssocID="{E7FE4B52-8F1B-4CF7-AB3C-42C1EFDDAB8D}" presName="Name37" presStyleLbl="parChTrans1D2" presStyleIdx="2" presStyleCnt="3"/>
      <dgm:spPr/>
      <dgm:t>
        <a:bodyPr/>
        <a:lstStyle/>
        <a:p>
          <a:endParaRPr lang="de-CH"/>
        </a:p>
      </dgm:t>
    </dgm:pt>
    <dgm:pt modelId="{EF106EF8-9436-46B2-9529-851DDEBF107F}" type="pres">
      <dgm:prSet presAssocID="{94130D7E-27A7-4517-9F1F-09BEB80CE0CD}" presName="hierRoot2" presStyleCnt="0">
        <dgm:presLayoutVars>
          <dgm:hierBranch val="init"/>
        </dgm:presLayoutVars>
      </dgm:prSet>
      <dgm:spPr/>
    </dgm:pt>
    <dgm:pt modelId="{97DE13FE-86BE-4873-854E-4B3EF5F1FA3B}" type="pres">
      <dgm:prSet presAssocID="{94130D7E-27A7-4517-9F1F-09BEB80CE0CD}" presName="rootComposite" presStyleCnt="0"/>
      <dgm:spPr/>
    </dgm:pt>
    <dgm:pt modelId="{944ADF3A-AE77-46FA-9B25-B9513AD82115}" type="pres">
      <dgm:prSet presAssocID="{94130D7E-27A7-4517-9F1F-09BEB80CE0CD}" presName="rootText" presStyleLbl="node1" presStyleIdx="10" presStyleCnt="11">
        <dgm:presLayoutVars>
          <dgm:chMax/>
          <dgm:chPref val="3"/>
        </dgm:presLayoutVars>
      </dgm:prSet>
      <dgm:spPr/>
      <dgm:t>
        <a:bodyPr/>
        <a:lstStyle/>
        <a:p>
          <a:endParaRPr lang="de-CH"/>
        </a:p>
      </dgm:t>
    </dgm:pt>
    <dgm:pt modelId="{32048643-5304-46A3-AF04-7B05762175C2}" type="pres">
      <dgm:prSet presAssocID="{94130D7E-27A7-4517-9F1F-09BEB80CE0CD}" presName="titleText2" presStyleLbl="fgAcc1" presStyleIdx="10" presStyleCnt="11">
        <dgm:presLayoutVars>
          <dgm:chMax val="0"/>
          <dgm:chPref val="0"/>
        </dgm:presLayoutVars>
      </dgm:prSet>
      <dgm:spPr/>
      <dgm:t>
        <a:bodyPr/>
        <a:lstStyle/>
        <a:p>
          <a:endParaRPr lang="de-CH"/>
        </a:p>
      </dgm:t>
    </dgm:pt>
    <dgm:pt modelId="{03242116-498D-4D26-9F4D-1AA31C57482A}" type="pres">
      <dgm:prSet presAssocID="{94130D7E-27A7-4517-9F1F-09BEB80CE0CD}" presName="rootConnector" presStyleLbl="node2" presStyleIdx="0" presStyleCnt="0"/>
      <dgm:spPr/>
      <dgm:t>
        <a:bodyPr/>
        <a:lstStyle/>
        <a:p>
          <a:endParaRPr lang="de-CH"/>
        </a:p>
      </dgm:t>
    </dgm:pt>
    <dgm:pt modelId="{F98FDF0B-6840-4CEA-98FD-3C6B167D6670}" type="pres">
      <dgm:prSet presAssocID="{94130D7E-27A7-4517-9F1F-09BEB80CE0CD}" presName="hierChild4" presStyleCnt="0"/>
      <dgm:spPr/>
    </dgm:pt>
    <dgm:pt modelId="{74575061-CFD0-461C-96AE-1BE9267C39F1}" type="pres">
      <dgm:prSet presAssocID="{94130D7E-27A7-4517-9F1F-09BEB80CE0CD}" presName="hierChild5" presStyleCnt="0"/>
      <dgm:spPr/>
    </dgm:pt>
    <dgm:pt modelId="{934814F9-15D9-4F34-9AF8-FA849CC54C9C}" type="pres">
      <dgm:prSet presAssocID="{0EE13927-0D40-4ECB-86BB-3CD312E77BB4}" presName="hierChild3" presStyleCnt="0"/>
      <dgm:spPr/>
    </dgm:pt>
  </dgm:ptLst>
  <dgm:cxnLst>
    <dgm:cxn modelId="{2452EB46-86A2-49B1-B7CA-8A02D1E9E197}" type="presOf" srcId="{0E7C48FB-E8C5-43AB-915A-6E701068C622}" destId="{A06108AB-478C-4F01-91AF-732CE5E7FFB0}" srcOrd="0" destOrd="0" presId="urn:microsoft.com/office/officeart/2008/layout/NameandTitleOrganizationalChart"/>
    <dgm:cxn modelId="{04B42E88-6C36-41CD-82C1-EBC90140EBBC}" type="presOf" srcId="{95EEEC4C-CB70-4DDB-AEF6-035786455CA1}" destId="{EA948EDD-8C9A-475A-BAA8-19B8223D3F17}" srcOrd="0" destOrd="0" presId="urn:microsoft.com/office/officeart/2008/layout/NameandTitleOrganizationalChart"/>
    <dgm:cxn modelId="{5B543B36-431A-44D0-8F95-8AA74B73AB1B}" type="presOf" srcId="{02DCCBA8-8F9D-45A8-95C0-ABB66A001758}" destId="{F4DC4E48-2F59-4885-9894-06583DD959FD}" srcOrd="0" destOrd="0" presId="urn:microsoft.com/office/officeart/2008/layout/NameandTitleOrganizationalChart"/>
    <dgm:cxn modelId="{BD246FE2-C59C-4ECA-B435-5A92CACF3550}" type="presOf" srcId="{C2D78D8B-7727-4B53-AB43-2550C4FF795F}" destId="{D1D7FA07-045A-469A-877B-E61BA29F31DA}" srcOrd="0" destOrd="0" presId="urn:microsoft.com/office/officeart/2008/layout/NameandTitleOrganizationalChart"/>
    <dgm:cxn modelId="{32EB9F4F-E1AC-49D5-B994-DB0B6E3074C3}" srcId="{0EE13927-0D40-4ECB-86BB-3CD312E77BB4}" destId="{053C2345-1BBD-44B5-87B4-4617DD1631CD}" srcOrd="1" destOrd="0" parTransId="{68426373-2F01-44E7-8E5C-2D22B7A760F2}" sibTransId="{37AE92CB-D11C-4D91-955B-84F15350FB00}"/>
    <dgm:cxn modelId="{E886821C-8EDC-4E5E-A3C0-3E4B5A0B2C81}" type="presOf" srcId="{2F239EC3-5740-48FE-9833-51F1785390BF}" destId="{F42EEA3B-3DB0-4925-BD6D-08BDA775E48B}" srcOrd="1" destOrd="0" presId="urn:microsoft.com/office/officeart/2008/layout/NameandTitleOrganizationalChart"/>
    <dgm:cxn modelId="{0F73E0F7-8CB8-4122-BF21-F3106DBE4282}" type="presOf" srcId="{CC27489E-73D8-4EEC-BBA2-A7FB82B51ACC}" destId="{0EF64328-674A-4B39-AD1C-B218377C8044}" srcOrd="0" destOrd="0" presId="urn:microsoft.com/office/officeart/2008/layout/NameandTitleOrganizationalChart"/>
    <dgm:cxn modelId="{43CC8CE6-D59E-4525-AACA-57676C897569}" srcId="{D9E2DAB2-FE54-454F-86BA-D38BF5640BBA}" destId="{BB4C928B-59C0-4516-8FEB-037928CD93B7}" srcOrd="2" destOrd="0" parTransId="{F64C333D-E34F-463F-99BA-BCAC14868163}" sibTransId="{9519E085-DDE6-46E6-B1AF-F01FCFFCEB83}"/>
    <dgm:cxn modelId="{F65382FA-B441-44F4-8CB0-59D365E1E88A}" type="presOf" srcId="{27CD2DCC-3652-4A2F-B5B7-5EEADF38555B}" destId="{24CBB703-2C39-41B5-B0C0-A73632B3B4CA}" srcOrd="0" destOrd="0" presId="urn:microsoft.com/office/officeart/2008/layout/NameandTitleOrganizationalChart"/>
    <dgm:cxn modelId="{7F003CD7-E96B-4B8B-9F16-6C53108D1F57}" type="presOf" srcId="{291E661B-6EA2-4E93-B89F-8BF90C77F090}" destId="{4322E8DD-FB0F-4DC2-AC48-B7A322346517}" srcOrd="0" destOrd="0" presId="urn:microsoft.com/office/officeart/2008/layout/NameandTitleOrganizationalChart"/>
    <dgm:cxn modelId="{0A72108A-AE5D-42D7-BAD5-84B5D226B0C1}" type="presOf" srcId="{1803C154-2A6E-41CB-80F4-E4B348596582}" destId="{32048643-5304-46A3-AF04-7B05762175C2}" srcOrd="0" destOrd="0" presId="urn:microsoft.com/office/officeart/2008/layout/NameandTitleOrganizationalChart"/>
    <dgm:cxn modelId="{32E8F7F4-CD8E-48A5-AA26-A631EFD60CCC}" type="presOf" srcId="{2465DDE0-F623-4B0A-98E4-7C51C4F067A0}" destId="{CA0BF19C-9B49-469F-A02E-888F5B328DB2}" srcOrd="1" destOrd="0" presId="urn:microsoft.com/office/officeart/2008/layout/NameandTitleOrganizationalChart"/>
    <dgm:cxn modelId="{57D291DC-D2BB-4925-A8C2-326E4883DBE4}" type="presOf" srcId="{2F239EC3-5740-48FE-9833-51F1785390BF}" destId="{CFF088DB-FD49-49BA-8AB4-FA5433EC43D8}" srcOrd="0" destOrd="0" presId="urn:microsoft.com/office/officeart/2008/layout/NameandTitleOrganizationalChart"/>
    <dgm:cxn modelId="{9255844D-02AC-46F3-944B-242E35CDF47B}" type="presOf" srcId="{37AE92CB-D11C-4D91-955B-84F15350FB00}" destId="{5B76DF9E-B326-420B-8C17-CFB3D2B83852}" srcOrd="0" destOrd="0" presId="urn:microsoft.com/office/officeart/2008/layout/NameandTitleOrganizationalChart"/>
    <dgm:cxn modelId="{5EFE3AD6-7DB6-4D23-9580-720C597DC00A}" type="presOf" srcId="{68426373-2F01-44E7-8E5C-2D22B7A760F2}" destId="{243E20C6-575B-40C3-994D-ADCC86C99563}" srcOrd="0" destOrd="0" presId="urn:microsoft.com/office/officeart/2008/layout/NameandTitleOrganizationalChart"/>
    <dgm:cxn modelId="{2211E1AB-D4FE-4FAE-9F17-5FC95B8A9824}" type="presOf" srcId="{001FCC15-06B9-4CBF-A5D9-B186E071BFDE}" destId="{4E4F829E-A450-4245-B9EB-0721C4C7EE81}" srcOrd="0" destOrd="0" presId="urn:microsoft.com/office/officeart/2008/layout/NameandTitleOrganizationalChart"/>
    <dgm:cxn modelId="{458243E2-CB56-4DA1-B46F-8646AB476722}" type="presOf" srcId="{94130D7E-27A7-4517-9F1F-09BEB80CE0CD}" destId="{03242116-498D-4D26-9F4D-1AA31C57482A}" srcOrd="1" destOrd="0" presId="urn:microsoft.com/office/officeart/2008/layout/NameandTitleOrganizationalChart"/>
    <dgm:cxn modelId="{EB167069-154C-4C36-8087-BC3100F298D7}" type="presOf" srcId="{A0B68031-4CC4-4E40-93B8-D1A9C2AF22E6}" destId="{BBB3BABD-633F-4C8B-BD05-325B7093A415}" srcOrd="0" destOrd="0" presId="urn:microsoft.com/office/officeart/2008/layout/NameandTitleOrganizationalChart"/>
    <dgm:cxn modelId="{EB2998AC-2FC7-41D3-8730-E6E12B2EB9D1}" type="presOf" srcId="{BAF9C436-6C6A-4EF9-B1F4-86C71B45F1CA}" destId="{B9BC3D37-E917-4F92-A145-A6417EAF9414}" srcOrd="0" destOrd="0" presId="urn:microsoft.com/office/officeart/2008/layout/NameandTitleOrganizationalChart"/>
    <dgm:cxn modelId="{7F50AA1E-F08C-460E-9374-E6B58B8F9A52}" type="presOf" srcId="{79EA8831-3736-4257-9A27-9AEAF6031445}" destId="{D0EAB12B-A223-448B-A66E-1B6BE5FCB13C}" srcOrd="0" destOrd="0" presId="urn:microsoft.com/office/officeart/2008/layout/NameandTitleOrganizationalChart"/>
    <dgm:cxn modelId="{919CBD62-741E-444C-8586-F9FA5F27F841}" type="presOf" srcId="{D9E2DAB2-FE54-454F-86BA-D38BF5640BBA}" destId="{E55D1D36-7DA5-4BA5-B9A7-FE4DFBC3C746}" srcOrd="0" destOrd="0" presId="urn:microsoft.com/office/officeart/2008/layout/NameandTitleOrganizationalChart"/>
    <dgm:cxn modelId="{66F89675-37DD-4D23-979E-1767368DF6A0}" srcId="{2F239EC3-5740-48FE-9833-51F1785390BF}" destId="{4DF9E443-7368-4FEE-94BD-0C3D509419A5}" srcOrd="1" destOrd="0" parTransId="{BAF9C436-6C6A-4EF9-B1F4-86C71B45F1CA}" sibTransId="{79EA8831-3736-4257-9A27-9AEAF6031445}"/>
    <dgm:cxn modelId="{6B63A0CD-754E-4B3D-87B7-CFE4BCDC4B66}" type="presOf" srcId="{C6F59557-C2B5-4469-B0EA-8BF16D7808C4}" destId="{AAEAD3AF-1E26-4F7F-9984-AE183063CE45}" srcOrd="0" destOrd="0" presId="urn:microsoft.com/office/officeart/2008/layout/NameandTitleOrganizationalChart"/>
    <dgm:cxn modelId="{EEC43EAC-BF43-4D98-9CF1-B3BE03042B61}" type="presOf" srcId="{BB4C928B-59C0-4516-8FEB-037928CD93B7}" destId="{9B0BE959-8532-4C50-8663-6EF074E1FE07}" srcOrd="1" destOrd="0" presId="urn:microsoft.com/office/officeart/2008/layout/NameandTitleOrganizationalChart"/>
    <dgm:cxn modelId="{FEEF2966-1C5A-43F0-84FA-BEEE0A4EEBB1}" srcId="{C1D05556-DE47-45E5-99ED-E53ADDA46E29}" destId="{0EE13927-0D40-4ECB-86BB-3CD312E77BB4}" srcOrd="0" destOrd="0" parTransId="{41459666-39AA-411A-87D2-16592215B5B7}" sibTransId="{3DDA4596-23C2-4D3C-94E5-B5CC08542B4A}"/>
    <dgm:cxn modelId="{E5F1C103-31CB-488D-B189-514CDA704E0F}" type="presOf" srcId="{0D77DE94-B9BB-4D57-AC92-A5EE1E36CCF2}" destId="{C48E086D-E3B2-4031-912A-78C25A89500C}" srcOrd="1" destOrd="0" presId="urn:microsoft.com/office/officeart/2008/layout/NameandTitleOrganizationalChart"/>
    <dgm:cxn modelId="{CE0E518D-30EC-4B00-B90C-812A3AC83A53}" type="presOf" srcId="{D149DA2D-97A5-4988-87A4-3A2F47CC9A4C}" destId="{9E50385F-87A2-4519-8D7C-DEE3F9DF818C}" srcOrd="0" destOrd="0" presId="urn:microsoft.com/office/officeart/2008/layout/NameandTitleOrganizationalChart"/>
    <dgm:cxn modelId="{E5BDAEAC-47C9-4531-9455-2C2FE9561737}" type="presOf" srcId="{0EE13927-0D40-4ECB-86BB-3CD312E77BB4}" destId="{7374EE0F-40C6-481E-B589-58C32A418F8C}" srcOrd="1" destOrd="0" presId="urn:microsoft.com/office/officeart/2008/layout/NameandTitleOrganizationalChart"/>
    <dgm:cxn modelId="{9E80ACB1-2749-43B0-BE39-AED120FC2F37}" type="presOf" srcId="{64DF52AC-6271-480B-AA88-7AA39D7ECD3C}" destId="{D0381C63-982D-4225-AA44-71136331C320}" srcOrd="0" destOrd="0" presId="urn:microsoft.com/office/officeart/2008/layout/NameandTitleOrganizationalChart"/>
    <dgm:cxn modelId="{64697362-A51F-4685-8606-6099F3F1D636}" type="presOf" srcId="{3D10C42B-EDED-4E1E-9A97-C8572040CB35}" destId="{6010D5FC-7D87-4A78-9012-43B2BB0C7BF8}" srcOrd="1" destOrd="0" presId="urn:microsoft.com/office/officeart/2008/layout/NameandTitleOrganizationalChart"/>
    <dgm:cxn modelId="{8735F850-C8C9-4246-B640-86CF547267BB}" type="presOf" srcId="{4DF9E443-7368-4FEE-94BD-0C3D509419A5}" destId="{010B37C4-57A9-4D6A-ADB9-592C39CDC6DC}" srcOrd="1" destOrd="0" presId="urn:microsoft.com/office/officeart/2008/layout/NameandTitleOrganizationalChart"/>
    <dgm:cxn modelId="{523AA468-2C59-4ACB-8598-49C0D7C794E5}" type="presOf" srcId="{053C2345-1BBD-44B5-87B4-4617DD1631CD}" destId="{629111E3-18E1-4EAD-83AA-36AE4D79ED78}" srcOrd="1" destOrd="0" presId="urn:microsoft.com/office/officeart/2008/layout/NameandTitleOrganizationalChart"/>
    <dgm:cxn modelId="{1E66E6AC-E43A-4DEC-AF88-F252B97E217D}" type="presOf" srcId="{4DF9E443-7368-4FEE-94BD-0C3D509419A5}" destId="{4A67424E-A04C-4D2F-8526-217A171F48F2}" srcOrd="0" destOrd="0" presId="urn:microsoft.com/office/officeart/2008/layout/NameandTitleOrganizationalChart"/>
    <dgm:cxn modelId="{E67500EF-55FE-4315-B079-4CF4E21B6DD4}" srcId="{0EE13927-0D40-4ECB-86BB-3CD312E77BB4}" destId="{2465DDE0-F623-4B0A-98E4-7C51C4F067A0}" srcOrd="0" destOrd="0" parTransId="{3E9B8954-A419-42D0-A07D-A37BDBD2FF67}" sibTransId="{C2D78D8B-7727-4B53-AB43-2550C4FF795F}"/>
    <dgm:cxn modelId="{A5B0C67E-3EB4-4F10-B612-48D91D983FAA}" type="presOf" srcId="{3D10C42B-EDED-4E1E-9A97-C8572040CB35}" destId="{7713B033-7530-4166-BD36-BD6B63F07B3F}" srcOrd="0" destOrd="0" presId="urn:microsoft.com/office/officeart/2008/layout/NameandTitleOrganizationalChart"/>
    <dgm:cxn modelId="{A6A2FF4D-49C7-4AF3-BF17-B5E5955B4065}" type="presOf" srcId="{D9E2DAB2-FE54-454F-86BA-D38BF5640BBA}" destId="{E4215D80-4FBE-4D19-84AD-DFDE8E2A5488}" srcOrd="1" destOrd="0" presId="urn:microsoft.com/office/officeart/2008/layout/NameandTitleOrganizationalChart"/>
    <dgm:cxn modelId="{AF02BC35-9DF5-446A-879C-63237B35F869}" type="presOf" srcId="{451172E3-858A-478B-B11A-4A4F74F7B88C}" destId="{7D05767B-AF0A-4094-819D-6E67645BFAD8}" srcOrd="0" destOrd="0" presId="urn:microsoft.com/office/officeart/2008/layout/NameandTitleOrganizationalChart"/>
    <dgm:cxn modelId="{399BD7F0-083D-48A0-AF2F-C0C49AC191CB}" type="presOf" srcId="{3E9B8954-A419-42D0-A07D-A37BDBD2FF67}" destId="{D2A3CD3A-8D7B-4427-8059-32491F2822A4}" srcOrd="0" destOrd="0" presId="urn:microsoft.com/office/officeart/2008/layout/NameandTitleOrganizationalChart"/>
    <dgm:cxn modelId="{B790AE98-0EE0-45BF-8C68-03EB0DBB4B45}" type="presOf" srcId="{E7FE4B52-8F1B-4CF7-AB3C-42C1EFDDAB8D}" destId="{A854F1FE-AB8F-49E4-9C3F-5A900B8DA14A}" srcOrd="0" destOrd="0" presId="urn:microsoft.com/office/officeart/2008/layout/NameandTitleOrganizationalChart"/>
    <dgm:cxn modelId="{A7CC7AB6-D5A4-484F-B64E-84B06D87E3F4}" srcId="{2F239EC3-5740-48FE-9833-51F1785390BF}" destId="{D9E2DAB2-FE54-454F-86BA-D38BF5640BBA}" srcOrd="0" destOrd="0" parTransId="{C6F59557-C2B5-4469-B0EA-8BF16D7808C4}" sibTransId="{291E661B-6EA2-4E93-B89F-8BF90C77F090}"/>
    <dgm:cxn modelId="{8509160F-BB38-47FC-A071-F92670A5A686}" srcId="{0EE13927-0D40-4ECB-86BB-3CD312E77BB4}" destId="{94130D7E-27A7-4517-9F1F-09BEB80CE0CD}" srcOrd="2" destOrd="0" parTransId="{E7FE4B52-8F1B-4CF7-AB3C-42C1EFDDAB8D}" sibTransId="{1803C154-2A6E-41CB-80F4-E4B348596582}"/>
    <dgm:cxn modelId="{88B2E759-A008-4ABB-B39C-AAB95D8343C2}" type="presOf" srcId="{5DD2806D-4C59-472A-AA8E-C202904B84E1}" destId="{BD29B977-BFEE-4977-AA1B-65876E074FA4}" srcOrd="1" destOrd="0" presId="urn:microsoft.com/office/officeart/2008/layout/NameandTitleOrganizationalChart"/>
    <dgm:cxn modelId="{0366A128-FD6C-427F-98FF-24BCCC7D2BFE}" srcId="{053C2345-1BBD-44B5-87B4-4617DD1631CD}" destId="{2F239EC3-5740-48FE-9833-51F1785390BF}" srcOrd="2" destOrd="0" parTransId="{27CD2DCC-3652-4A2F-B5B7-5EEADF38555B}" sibTransId="{64DF52AC-6271-480B-AA88-7AA39D7ECD3C}"/>
    <dgm:cxn modelId="{E7AA6A78-CB8B-4172-A90F-CB6D5E499B42}" type="presOf" srcId="{94130D7E-27A7-4517-9F1F-09BEB80CE0CD}" destId="{944ADF3A-AE77-46FA-9B25-B9513AD82115}" srcOrd="0" destOrd="0" presId="urn:microsoft.com/office/officeart/2008/layout/NameandTitleOrganizationalChart"/>
    <dgm:cxn modelId="{DA173B55-53CF-4E07-900E-252F4EE23792}" type="presOf" srcId="{F64C333D-E34F-463F-99BA-BCAC14868163}" destId="{43B7E19C-CCD2-458D-82C9-73D6FDC540D0}" srcOrd="0" destOrd="0" presId="urn:microsoft.com/office/officeart/2008/layout/NameandTitleOrganizationalChart"/>
    <dgm:cxn modelId="{8BC73BD7-E44B-495A-B599-E8A8CDE71438}" type="presOf" srcId="{C1D05556-DE47-45E5-99ED-E53ADDA46E29}" destId="{49A0CF8B-0565-4987-AFE5-B59F2C25DCDA}" srcOrd="0" destOrd="0" presId="urn:microsoft.com/office/officeart/2008/layout/NameandTitleOrganizationalChart"/>
    <dgm:cxn modelId="{AD2432F8-1F42-447D-B093-990874C55E53}" srcId="{053C2345-1BBD-44B5-87B4-4617DD1631CD}" destId="{5DD2806D-4C59-472A-AA8E-C202904B84E1}" srcOrd="0" destOrd="0" parTransId="{001FCC15-06B9-4CBF-A5D9-B186E071BFDE}" sibTransId="{95EEEC4C-CB70-4DDB-AEF6-035786455CA1}"/>
    <dgm:cxn modelId="{F7680A9C-6385-4A7D-923B-D214A1706D90}" type="presOf" srcId="{9519E085-DDE6-46E6-B1AF-F01FCFFCEB83}" destId="{CA1C5A5E-E956-4AA9-AE7C-0F02D91E53F9}" srcOrd="0" destOrd="0" presId="urn:microsoft.com/office/officeart/2008/layout/NameandTitleOrganizationalChart"/>
    <dgm:cxn modelId="{B85C1704-BED6-4584-9F74-AF284F826678}" type="presOf" srcId="{0EE13927-0D40-4ECB-86BB-3CD312E77BB4}" destId="{368EDB6F-2A97-48AC-851D-E95746C5B705}" srcOrd="0" destOrd="0" presId="urn:microsoft.com/office/officeart/2008/layout/NameandTitleOrganizationalChart"/>
    <dgm:cxn modelId="{A395F0AC-80C4-4E4C-817F-AC446F9D341F}" srcId="{053C2345-1BBD-44B5-87B4-4617DD1631CD}" destId="{3D10C42B-EDED-4E1E-9A97-C8572040CB35}" srcOrd="1" destOrd="0" parTransId="{CC27489E-73D8-4EEC-BBA2-A7FB82B51ACC}" sibTransId="{451172E3-858A-478B-B11A-4A4F74F7B88C}"/>
    <dgm:cxn modelId="{F5A3DF64-4D8A-4809-BC89-978332FD0867}" type="presOf" srcId="{BB4C928B-59C0-4516-8FEB-037928CD93B7}" destId="{BCBD9A34-E482-4234-B069-27AD10781F3F}" srcOrd="0" destOrd="0" presId="urn:microsoft.com/office/officeart/2008/layout/NameandTitleOrganizationalChart"/>
    <dgm:cxn modelId="{F72D8E54-4050-40ED-AD93-BE8DC775535D}" type="presOf" srcId="{5DD2806D-4C59-472A-AA8E-C202904B84E1}" destId="{A10DCBBB-58BD-41E6-A0CE-179E520C3489}" srcOrd="0" destOrd="0" presId="urn:microsoft.com/office/officeart/2008/layout/NameandTitleOrganizationalChart"/>
    <dgm:cxn modelId="{131A7214-25D6-4862-B7EE-0164B9E6C56E}" type="presOf" srcId="{053C2345-1BBD-44B5-87B4-4617DD1631CD}" destId="{5FB05736-C125-45CB-ABF4-9688A25D9B99}" srcOrd="0" destOrd="0" presId="urn:microsoft.com/office/officeart/2008/layout/NameandTitleOrganizationalChart"/>
    <dgm:cxn modelId="{104F683A-06CF-4179-892A-94B8ADF60341}" type="presOf" srcId="{3DDA4596-23C2-4D3C-94E5-B5CC08542B4A}" destId="{78D7F5A3-06E3-446F-BE0C-C42BAA8ADA8E}" srcOrd="0" destOrd="0" presId="urn:microsoft.com/office/officeart/2008/layout/NameandTitleOrganizationalChart"/>
    <dgm:cxn modelId="{143F5FF9-320C-479D-85A9-76956F5F4286}" type="presOf" srcId="{0D77DE94-B9BB-4D57-AC92-A5EE1E36CCF2}" destId="{12C4FB3A-E899-4188-A398-55808883961F}" srcOrd="0" destOrd="0" presId="urn:microsoft.com/office/officeart/2008/layout/NameandTitleOrganizationalChart"/>
    <dgm:cxn modelId="{90B8BFFA-E3DC-4029-9F43-EC371C93B2D9}" type="presOf" srcId="{2465DDE0-F623-4B0A-98E4-7C51C4F067A0}" destId="{1E77D035-267E-4156-B546-141798068E88}" srcOrd="0" destOrd="0" presId="urn:microsoft.com/office/officeart/2008/layout/NameandTitleOrganizationalChart"/>
    <dgm:cxn modelId="{E8E2E422-1001-412B-B42F-4C6556F6094D}" type="presOf" srcId="{4FF176BD-B167-42B2-ADF6-CBF0C2E9E749}" destId="{850178F6-8BA5-4CAA-AB38-08D90C3E0231}" srcOrd="0" destOrd="0" presId="urn:microsoft.com/office/officeart/2008/layout/NameandTitleOrganizationalChart"/>
    <dgm:cxn modelId="{7CACEEC7-B160-493B-87CE-11232A20D9A6}" type="presOf" srcId="{A0B68031-4CC4-4E40-93B8-D1A9C2AF22E6}" destId="{28049048-EB37-4ACD-A2A4-87603F40CDDB}" srcOrd="1" destOrd="0" presId="urn:microsoft.com/office/officeart/2008/layout/NameandTitleOrganizationalChart"/>
    <dgm:cxn modelId="{8B8FF60B-8A87-4783-B158-188B04721404}" srcId="{D9E2DAB2-FE54-454F-86BA-D38BF5640BBA}" destId="{A0B68031-4CC4-4E40-93B8-D1A9C2AF22E6}" srcOrd="0" destOrd="0" parTransId="{02DCCBA8-8F9D-45A8-95C0-ABB66A001758}" sibTransId="{0E7C48FB-E8C5-43AB-915A-6E701068C622}"/>
    <dgm:cxn modelId="{C9796E27-44B1-4737-BCA5-8C8A34155FD8}" srcId="{D9E2DAB2-FE54-454F-86BA-D38BF5640BBA}" destId="{0D77DE94-B9BB-4D57-AC92-A5EE1E36CCF2}" srcOrd="1" destOrd="0" parTransId="{4FF176BD-B167-42B2-ADF6-CBF0C2E9E749}" sibTransId="{D149DA2D-97A5-4988-87A4-3A2F47CC9A4C}"/>
    <dgm:cxn modelId="{908AC9CF-1D51-4F51-BF5A-8232C4AF8D8A}" type="presParOf" srcId="{49A0CF8B-0565-4987-AFE5-B59F2C25DCDA}" destId="{2CD4B189-1F64-43D1-8F4D-64BC86F1B62F}" srcOrd="0" destOrd="0" presId="urn:microsoft.com/office/officeart/2008/layout/NameandTitleOrganizationalChart"/>
    <dgm:cxn modelId="{47ABC7F8-8F47-415A-9E69-A2F6520558F4}" type="presParOf" srcId="{2CD4B189-1F64-43D1-8F4D-64BC86F1B62F}" destId="{8CCC4D98-2F5B-493C-98EC-782B4CBC18F1}" srcOrd="0" destOrd="0" presId="urn:microsoft.com/office/officeart/2008/layout/NameandTitleOrganizationalChart"/>
    <dgm:cxn modelId="{5D1298AA-0DE9-49B6-ACA0-D2DA1D8AAFB7}" type="presParOf" srcId="{8CCC4D98-2F5B-493C-98EC-782B4CBC18F1}" destId="{368EDB6F-2A97-48AC-851D-E95746C5B705}" srcOrd="0" destOrd="0" presId="urn:microsoft.com/office/officeart/2008/layout/NameandTitleOrganizationalChart"/>
    <dgm:cxn modelId="{31AD1D77-13DD-48F7-8712-03E9C04545BF}" type="presParOf" srcId="{8CCC4D98-2F5B-493C-98EC-782B4CBC18F1}" destId="{78D7F5A3-06E3-446F-BE0C-C42BAA8ADA8E}" srcOrd="1" destOrd="0" presId="urn:microsoft.com/office/officeart/2008/layout/NameandTitleOrganizationalChart"/>
    <dgm:cxn modelId="{1713A0BE-AAB6-48DC-B54C-D0DC1C0E5944}" type="presParOf" srcId="{8CCC4D98-2F5B-493C-98EC-782B4CBC18F1}" destId="{7374EE0F-40C6-481E-B589-58C32A418F8C}" srcOrd="2" destOrd="0" presId="urn:microsoft.com/office/officeart/2008/layout/NameandTitleOrganizationalChart"/>
    <dgm:cxn modelId="{42CF4F04-3F48-49F2-8E5E-05738DCC4C81}" type="presParOf" srcId="{2CD4B189-1F64-43D1-8F4D-64BC86F1B62F}" destId="{BF3844FB-668C-4813-9407-EC2C508994F5}" srcOrd="1" destOrd="0" presId="urn:microsoft.com/office/officeart/2008/layout/NameandTitleOrganizationalChart"/>
    <dgm:cxn modelId="{30BBC511-C2B9-4DD5-A9BC-DC703FBE91C2}" type="presParOf" srcId="{BF3844FB-668C-4813-9407-EC2C508994F5}" destId="{D2A3CD3A-8D7B-4427-8059-32491F2822A4}" srcOrd="0" destOrd="0" presId="urn:microsoft.com/office/officeart/2008/layout/NameandTitleOrganizationalChart"/>
    <dgm:cxn modelId="{92CA80E3-7285-45D2-94C0-38E5108B8EA4}" type="presParOf" srcId="{BF3844FB-668C-4813-9407-EC2C508994F5}" destId="{F1CD4DFD-D57F-4C94-8E64-4D6DA95D5B8C}" srcOrd="1" destOrd="0" presId="urn:microsoft.com/office/officeart/2008/layout/NameandTitleOrganizationalChart"/>
    <dgm:cxn modelId="{3653FAFA-1547-4D3C-8EFB-6A7772856770}" type="presParOf" srcId="{F1CD4DFD-D57F-4C94-8E64-4D6DA95D5B8C}" destId="{089C12F4-474F-430D-9714-0B9C105CAED0}" srcOrd="0" destOrd="0" presId="urn:microsoft.com/office/officeart/2008/layout/NameandTitleOrganizationalChart"/>
    <dgm:cxn modelId="{DCC4D5D8-BDBF-4B00-98A2-3EE44B79C761}" type="presParOf" srcId="{089C12F4-474F-430D-9714-0B9C105CAED0}" destId="{1E77D035-267E-4156-B546-141798068E88}" srcOrd="0" destOrd="0" presId="urn:microsoft.com/office/officeart/2008/layout/NameandTitleOrganizationalChart"/>
    <dgm:cxn modelId="{806F586D-4E68-4218-B453-CC2DBAA5333E}" type="presParOf" srcId="{089C12F4-474F-430D-9714-0B9C105CAED0}" destId="{D1D7FA07-045A-469A-877B-E61BA29F31DA}" srcOrd="1" destOrd="0" presId="urn:microsoft.com/office/officeart/2008/layout/NameandTitleOrganizationalChart"/>
    <dgm:cxn modelId="{B00C726D-396F-44E5-8829-96B147B7D730}" type="presParOf" srcId="{089C12F4-474F-430D-9714-0B9C105CAED0}" destId="{CA0BF19C-9B49-469F-A02E-888F5B328DB2}" srcOrd="2" destOrd="0" presId="urn:microsoft.com/office/officeart/2008/layout/NameandTitleOrganizationalChart"/>
    <dgm:cxn modelId="{7CAE46ED-5C3F-4A9A-9714-81847091E158}" type="presParOf" srcId="{F1CD4DFD-D57F-4C94-8E64-4D6DA95D5B8C}" destId="{58FF6AF8-CD3F-4602-8118-A076D783AAB2}" srcOrd="1" destOrd="0" presId="urn:microsoft.com/office/officeart/2008/layout/NameandTitleOrganizationalChart"/>
    <dgm:cxn modelId="{E38E75AC-B059-4E31-A912-70858EEC6594}" type="presParOf" srcId="{F1CD4DFD-D57F-4C94-8E64-4D6DA95D5B8C}" destId="{6A472FE8-21CA-4E9B-A3F9-CE7AFA41D319}" srcOrd="2" destOrd="0" presId="urn:microsoft.com/office/officeart/2008/layout/NameandTitleOrganizationalChart"/>
    <dgm:cxn modelId="{5FAC6CA8-DBF7-4E73-89CE-996C10B99238}" type="presParOf" srcId="{BF3844FB-668C-4813-9407-EC2C508994F5}" destId="{243E20C6-575B-40C3-994D-ADCC86C99563}" srcOrd="2" destOrd="0" presId="urn:microsoft.com/office/officeart/2008/layout/NameandTitleOrganizationalChart"/>
    <dgm:cxn modelId="{41036B30-0849-4325-9521-098725242FBC}" type="presParOf" srcId="{BF3844FB-668C-4813-9407-EC2C508994F5}" destId="{CF1B1BFA-5815-4577-BD0E-E5F37ABC337F}" srcOrd="3" destOrd="0" presId="urn:microsoft.com/office/officeart/2008/layout/NameandTitleOrganizationalChart"/>
    <dgm:cxn modelId="{F5B86176-66C9-4057-A263-B1DC4EC8D037}" type="presParOf" srcId="{CF1B1BFA-5815-4577-BD0E-E5F37ABC337F}" destId="{00898F26-4E25-43B9-A264-1F990EE01BE5}" srcOrd="0" destOrd="0" presId="urn:microsoft.com/office/officeart/2008/layout/NameandTitleOrganizationalChart"/>
    <dgm:cxn modelId="{A25908F6-E2BB-4EDF-9E2D-CE2945FDD331}" type="presParOf" srcId="{00898F26-4E25-43B9-A264-1F990EE01BE5}" destId="{5FB05736-C125-45CB-ABF4-9688A25D9B99}" srcOrd="0" destOrd="0" presId="urn:microsoft.com/office/officeart/2008/layout/NameandTitleOrganizationalChart"/>
    <dgm:cxn modelId="{DEA4BD04-FA24-4100-BFD5-4BC5AE31DB96}" type="presParOf" srcId="{00898F26-4E25-43B9-A264-1F990EE01BE5}" destId="{5B76DF9E-B326-420B-8C17-CFB3D2B83852}" srcOrd="1" destOrd="0" presId="urn:microsoft.com/office/officeart/2008/layout/NameandTitleOrganizationalChart"/>
    <dgm:cxn modelId="{C8AAB5A6-4F6E-48ED-B2B0-69FC953F2B27}" type="presParOf" srcId="{00898F26-4E25-43B9-A264-1F990EE01BE5}" destId="{629111E3-18E1-4EAD-83AA-36AE4D79ED78}" srcOrd="2" destOrd="0" presId="urn:microsoft.com/office/officeart/2008/layout/NameandTitleOrganizationalChart"/>
    <dgm:cxn modelId="{906BB850-9CB1-4F84-B6D1-3E45B859FA70}" type="presParOf" srcId="{CF1B1BFA-5815-4577-BD0E-E5F37ABC337F}" destId="{031F89F8-80AB-41D7-9A4E-378AFF8A7C6E}" srcOrd="1" destOrd="0" presId="urn:microsoft.com/office/officeart/2008/layout/NameandTitleOrganizationalChart"/>
    <dgm:cxn modelId="{5CA3D406-4AD9-4B9E-8CC0-E5A121895227}" type="presParOf" srcId="{031F89F8-80AB-41D7-9A4E-378AFF8A7C6E}" destId="{4E4F829E-A450-4245-B9EB-0721C4C7EE81}" srcOrd="0" destOrd="0" presId="urn:microsoft.com/office/officeart/2008/layout/NameandTitleOrganizationalChart"/>
    <dgm:cxn modelId="{DDD11D15-0943-4574-8FBE-5D13125C002E}" type="presParOf" srcId="{031F89F8-80AB-41D7-9A4E-378AFF8A7C6E}" destId="{249A5F9A-D382-454A-8F3A-0D9904856FBD}" srcOrd="1" destOrd="0" presId="urn:microsoft.com/office/officeart/2008/layout/NameandTitleOrganizationalChart"/>
    <dgm:cxn modelId="{C653FB3B-176B-4758-8C08-53847122768F}" type="presParOf" srcId="{249A5F9A-D382-454A-8F3A-0D9904856FBD}" destId="{C144EA6F-7124-4A44-9978-C9EFCBEDF425}" srcOrd="0" destOrd="0" presId="urn:microsoft.com/office/officeart/2008/layout/NameandTitleOrganizationalChart"/>
    <dgm:cxn modelId="{E1D4EBDD-B79E-45B6-B8A1-A2628A5E3427}" type="presParOf" srcId="{C144EA6F-7124-4A44-9978-C9EFCBEDF425}" destId="{A10DCBBB-58BD-41E6-A0CE-179E520C3489}" srcOrd="0" destOrd="0" presId="urn:microsoft.com/office/officeart/2008/layout/NameandTitleOrganizationalChart"/>
    <dgm:cxn modelId="{99F142D2-5934-4724-9A40-F4DF8FF55EFD}" type="presParOf" srcId="{C144EA6F-7124-4A44-9978-C9EFCBEDF425}" destId="{EA948EDD-8C9A-475A-BAA8-19B8223D3F17}" srcOrd="1" destOrd="0" presId="urn:microsoft.com/office/officeart/2008/layout/NameandTitleOrganizationalChart"/>
    <dgm:cxn modelId="{4FA7D130-1C9C-48C7-A1C0-ED643F3FD1B6}" type="presParOf" srcId="{C144EA6F-7124-4A44-9978-C9EFCBEDF425}" destId="{BD29B977-BFEE-4977-AA1B-65876E074FA4}" srcOrd="2" destOrd="0" presId="urn:microsoft.com/office/officeart/2008/layout/NameandTitleOrganizationalChart"/>
    <dgm:cxn modelId="{06A43865-E299-4E04-809F-5E3D20C9C7A6}" type="presParOf" srcId="{249A5F9A-D382-454A-8F3A-0D9904856FBD}" destId="{03B986B2-23B5-4EB7-AD00-C2381E9B7577}" srcOrd="1" destOrd="0" presId="urn:microsoft.com/office/officeart/2008/layout/NameandTitleOrganizationalChart"/>
    <dgm:cxn modelId="{788E5BF9-1A7A-4397-8F69-AA58B9A10CAF}" type="presParOf" srcId="{249A5F9A-D382-454A-8F3A-0D9904856FBD}" destId="{64670BB2-08A7-473D-86E1-B3304F04C15B}" srcOrd="2" destOrd="0" presId="urn:microsoft.com/office/officeart/2008/layout/NameandTitleOrganizationalChart"/>
    <dgm:cxn modelId="{DB62E9DC-B653-4F18-9F40-11A876A918CE}" type="presParOf" srcId="{031F89F8-80AB-41D7-9A4E-378AFF8A7C6E}" destId="{0EF64328-674A-4B39-AD1C-B218377C8044}" srcOrd="2" destOrd="0" presId="urn:microsoft.com/office/officeart/2008/layout/NameandTitleOrganizationalChart"/>
    <dgm:cxn modelId="{9E9CB662-DBD2-4A3D-943A-0246E2E963BA}" type="presParOf" srcId="{031F89F8-80AB-41D7-9A4E-378AFF8A7C6E}" destId="{6C10D8FF-F2EF-4367-AB13-EF39D949D272}" srcOrd="3" destOrd="0" presId="urn:microsoft.com/office/officeart/2008/layout/NameandTitleOrganizationalChart"/>
    <dgm:cxn modelId="{076E19C8-CC68-4BD1-8A74-05644CB6CADF}" type="presParOf" srcId="{6C10D8FF-F2EF-4367-AB13-EF39D949D272}" destId="{A5E5FD50-02B6-4768-B73A-B09BC0B11A8F}" srcOrd="0" destOrd="0" presId="urn:microsoft.com/office/officeart/2008/layout/NameandTitleOrganizationalChart"/>
    <dgm:cxn modelId="{0804CF04-107A-44B1-9CB0-DA0FC4AC1A90}" type="presParOf" srcId="{A5E5FD50-02B6-4768-B73A-B09BC0B11A8F}" destId="{7713B033-7530-4166-BD36-BD6B63F07B3F}" srcOrd="0" destOrd="0" presId="urn:microsoft.com/office/officeart/2008/layout/NameandTitleOrganizationalChart"/>
    <dgm:cxn modelId="{F2FCDDEA-A535-46E8-8FE7-DA870682FEEB}" type="presParOf" srcId="{A5E5FD50-02B6-4768-B73A-B09BC0B11A8F}" destId="{7D05767B-AF0A-4094-819D-6E67645BFAD8}" srcOrd="1" destOrd="0" presId="urn:microsoft.com/office/officeart/2008/layout/NameandTitleOrganizationalChart"/>
    <dgm:cxn modelId="{C7166F4B-718E-4D82-BF79-0BC3EA99C00C}" type="presParOf" srcId="{A5E5FD50-02B6-4768-B73A-B09BC0B11A8F}" destId="{6010D5FC-7D87-4A78-9012-43B2BB0C7BF8}" srcOrd="2" destOrd="0" presId="urn:microsoft.com/office/officeart/2008/layout/NameandTitleOrganizationalChart"/>
    <dgm:cxn modelId="{FF50B1A9-D241-4AF3-8CBB-61583045C0F8}" type="presParOf" srcId="{6C10D8FF-F2EF-4367-AB13-EF39D949D272}" destId="{E9325F1B-FDBC-43A7-8275-B581ED031D6B}" srcOrd="1" destOrd="0" presId="urn:microsoft.com/office/officeart/2008/layout/NameandTitleOrganizationalChart"/>
    <dgm:cxn modelId="{06E9A362-9F58-4F46-8552-7F87D5878E0B}" type="presParOf" srcId="{6C10D8FF-F2EF-4367-AB13-EF39D949D272}" destId="{2F334E6D-28E1-4BA5-9F70-48A19FA2A01B}" srcOrd="2" destOrd="0" presId="urn:microsoft.com/office/officeart/2008/layout/NameandTitleOrganizationalChart"/>
    <dgm:cxn modelId="{52D33074-FC9E-4FAF-AECD-EAD0FC723D02}" type="presParOf" srcId="{031F89F8-80AB-41D7-9A4E-378AFF8A7C6E}" destId="{24CBB703-2C39-41B5-B0C0-A73632B3B4CA}" srcOrd="4" destOrd="0" presId="urn:microsoft.com/office/officeart/2008/layout/NameandTitleOrganizationalChart"/>
    <dgm:cxn modelId="{6DF46664-12D5-443A-8DC2-48E973C43F39}" type="presParOf" srcId="{031F89F8-80AB-41D7-9A4E-378AFF8A7C6E}" destId="{FC3FA35F-9A7D-4710-99AC-786E9893025C}" srcOrd="5" destOrd="0" presId="urn:microsoft.com/office/officeart/2008/layout/NameandTitleOrganizationalChart"/>
    <dgm:cxn modelId="{A7A66674-7131-4E93-9CDE-D4E1DB30CBF9}" type="presParOf" srcId="{FC3FA35F-9A7D-4710-99AC-786E9893025C}" destId="{81B0F23F-CB3B-43E2-B93E-A99788C8BF03}" srcOrd="0" destOrd="0" presId="urn:microsoft.com/office/officeart/2008/layout/NameandTitleOrganizationalChart"/>
    <dgm:cxn modelId="{FACEBB9E-6F2B-4F83-B247-015A3BF988A9}" type="presParOf" srcId="{81B0F23F-CB3B-43E2-B93E-A99788C8BF03}" destId="{CFF088DB-FD49-49BA-8AB4-FA5433EC43D8}" srcOrd="0" destOrd="0" presId="urn:microsoft.com/office/officeart/2008/layout/NameandTitleOrganizationalChart"/>
    <dgm:cxn modelId="{F5F4AB61-AC26-42C6-93A2-05486E0FD107}" type="presParOf" srcId="{81B0F23F-CB3B-43E2-B93E-A99788C8BF03}" destId="{D0381C63-982D-4225-AA44-71136331C320}" srcOrd="1" destOrd="0" presId="urn:microsoft.com/office/officeart/2008/layout/NameandTitleOrganizationalChart"/>
    <dgm:cxn modelId="{D1345F91-79D4-4EFD-A8A8-2B2D0AD53D1F}" type="presParOf" srcId="{81B0F23F-CB3B-43E2-B93E-A99788C8BF03}" destId="{F42EEA3B-3DB0-4925-BD6D-08BDA775E48B}" srcOrd="2" destOrd="0" presId="urn:microsoft.com/office/officeart/2008/layout/NameandTitleOrganizationalChart"/>
    <dgm:cxn modelId="{E6A4248B-AD78-4ECA-8629-A62E640FC02E}" type="presParOf" srcId="{FC3FA35F-9A7D-4710-99AC-786E9893025C}" destId="{ED67EE85-3CF2-4A0A-AB06-3249936F0E86}" srcOrd="1" destOrd="0" presId="urn:microsoft.com/office/officeart/2008/layout/NameandTitleOrganizationalChart"/>
    <dgm:cxn modelId="{894BD18D-1129-4B00-A7D3-7FBCA2F9ECCD}" type="presParOf" srcId="{ED67EE85-3CF2-4A0A-AB06-3249936F0E86}" destId="{AAEAD3AF-1E26-4F7F-9984-AE183063CE45}" srcOrd="0" destOrd="0" presId="urn:microsoft.com/office/officeart/2008/layout/NameandTitleOrganizationalChart"/>
    <dgm:cxn modelId="{B1D31921-C29E-4827-820A-846C302A5348}" type="presParOf" srcId="{ED67EE85-3CF2-4A0A-AB06-3249936F0E86}" destId="{4F4AA853-EED2-4E27-A017-07A2E95F6CB1}" srcOrd="1" destOrd="0" presId="urn:microsoft.com/office/officeart/2008/layout/NameandTitleOrganizationalChart"/>
    <dgm:cxn modelId="{583E3F38-52F4-4042-923E-A2194686A4FE}" type="presParOf" srcId="{4F4AA853-EED2-4E27-A017-07A2E95F6CB1}" destId="{0582004F-3745-4E6A-875E-C8955A4A4A92}" srcOrd="0" destOrd="0" presId="urn:microsoft.com/office/officeart/2008/layout/NameandTitleOrganizationalChart"/>
    <dgm:cxn modelId="{82ADD305-F828-4A85-923E-7FF7699E713C}" type="presParOf" srcId="{0582004F-3745-4E6A-875E-C8955A4A4A92}" destId="{E55D1D36-7DA5-4BA5-B9A7-FE4DFBC3C746}" srcOrd="0" destOrd="0" presId="urn:microsoft.com/office/officeart/2008/layout/NameandTitleOrganizationalChart"/>
    <dgm:cxn modelId="{8B20D508-1A04-4635-A8C6-3A7C0C8647F1}" type="presParOf" srcId="{0582004F-3745-4E6A-875E-C8955A4A4A92}" destId="{4322E8DD-FB0F-4DC2-AC48-B7A322346517}" srcOrd="1" destOrd="0" presId="urn:microsoft.com/office/officeart/2008/layout/NameandTitleOrganizationalChart"/>
    <dgm:cxn modelId="{E17BE060-4BD1-4033-ABF9-D3F81484C69B}" type="presParOf" srcId="{0582004F-3745-4E6A-875E-C8955A4A4A92}" destId="{E4215D80-4FBE-4D19-84AD-DFDE8E2A5488}" srcOrd="2" destOrd="0" presId="urn:microsoft.com/office/officeart/2008/layout/NameandTitleOrganizationalChart"/>
    <dgm:cxn modelId="{5E1DA5C9-BD01-4486-8C02-0B7B2AAFCC51}" type="presParOf" srcId="{4F4AA853-EED2-4E27-A017-07A2E95F6CB1}" destId="{6384F8BF-EE90-4E0D-AC05-A6CF99B62D65}" srcOrd="1" destOrd="0" presId="urn:microsoft.com/office/officeart/2008/layout/NameandTitleOrganizationalChart"/>
    <dgm:cxn modelId="{18F7A59E-A184-4443-B59D-1FADA517A48B}" type="presParOf" srcId="{6384F8BF-EE90-4E0D-AC05-A6CF99B62D65}" destId="{F4DC4E48-2F59-4885-9894-06583DD959FD}" srcOrd="0" destOrd="0" presId="urn:microsoft.com/office/officeart/2008/layout/NameandTitleOrganizationalChart"/>
    <dgm:cxn modelId="{73D8622E-0875-4A0B-AF6A-8BEA8DD02471}" type="presParOf" srcId="{6384F8BF-EE90-4E0D-AC05-A6CF99B62D65}" destId="{00299D42-878E-45BF-B72B-B2154B5630F2}" srcOrd="1" destOrd="0" presId="urn:microsoft.com/office/officeart/2008/layout/NameandTitleOrganizationalChart"/>
    <dgm:cxn modelId="{E3016554-4377-4C84-BB61-693D68DCD3A1}" type="presParOf" srcId="{00299D42-878E-45BF-B72B-B2154B5630F2}" destId="{E0D25251-E7E3-452F-81B3-B767975FF102}" srcOrd="0" destOrd="0" presId="urn:microsoft.com/office/officeart/2008/layout/NameandTitleOrganizationalChart"/>
    <dgm:cxn modelId="{3C5DFC81-D576-4AE1-8AB9-E1F64DBF097A}" type="presParOf" srcId="{E0D25251-E7E3-452F-81B3-B767975FF102}" destId="{BBB3BABD-633F-4C8B-BD05-325B7093A415}" srcOrd="0" destOrd="0" presId="urn:microsoft.com/office/officeart/2008/layout/NameandTitleOrganizationalChart"/>
    <dgm:cxn modelId="{40374BFD-9A3D-4A2F-BF02-00E26055629E}" type="presParOf" srcId="{E0D25251-E7E3-452F-81B3-B767975FF102}" destId="{A06108AB-478C-4F01-91AF-732CE5E7FFB0}" srcOrd="1" destOrd="0" presId="urn:microsoft.com/office/officeart/2008/layout/NameandTitleOrganizationalChart"/>
    <dgm:cxn modelId="{E184CD7D-2215-4375-92C0-D1AED5FB5C21}" type="presParOf" srcId="{E0D25251-E7E3-452F-81B3-B767975FF102}" destId="{28049048-EB37-4ACD-A2A4-87603F40CDDB}" srcOrd="2" destOrd="0" presId="urn:microsoft.com/office/officeart/2008/layout/NameandTitleOrganizationalChart"/>
    <dgm:cxn modelId="{21DA8814-8D03-412B-9EA5-9F96116691A6}" type="presParOf" srcId="{00299D42-878E-45BF-B72B-B2154B5630F2}" destId="{A0B10565-8B3A-4BBC-963C-FDB924B6BD0A}" srcOrd="1" destOrd="0" presId="urn:microsoft.com/office/officeart/2008/layout/NameandTitleOrganizationalChart"/>
    <dgm:cxn modelId="{9EB1A8FE-861B-4505-877E-C63F3E699DD6}" type="presParOf" srcId="{00299D42-878E-45BF-B72B-B2154B5630F2}" destId="{BAA76CA4-057B-496F-87DE-95B6B2F47B05}" srcOrd="2" destOrd="0" presId="urn:microsoft.com/office/officeart/2008/layout/NameandTitleOrganizationalChart"/>
    <dgm:cxn modelId="{D321FB54-AA17-4016-83C8-D7C9B8491062}" type="presParOf" srcId="{6384F8BF-EE90-4E0D-AC05-A6CF99B62D65}" destId="{850178F6-8BA5-4CAA-AB38-08D90C3E0231}" srcOrd="2" destOrd="0" presId="urn:microsoft.com/office/officeart/2008/layout/NameandTitleOrganizationalChart"/>
    <dgm:cxn modelId="{E09B3F2F-E86B-4CE5-9B1F-BBC1F9C8D8DD}" type="presParOf" srcId="{6384F8BF-EE90-4E0D-AC05-A6CF99B62D65}" destId="{A62FF2F3-0BCE-4731-B492-C4AFD395B661}" srcOrd="3" destOrd="0" presId="urn:microsoft.com/office/officeart/2008/layout/NameandTitleOrganizationalChart"/>
    <dgm:cxn modelId="{464211A6-1813-427E-B5F5-03D2BCD20AD4}" type="presParOf" srcId="{A62FF2F3-0BCE-4731-B492-C4AFD395B661}" destId="{CE058AC1-00E5-43B6-9449-83BE883B8C1D}" srcOrd="0" destOrd="0" presId="urn:microsoft.com/office/officeart/2008/layout/NameandTitleOrganizationalChart"/>
    <dgm:cxn modelId="{B388843C-7521-4F73-9A6C-6279DDF26D8D}" type="presParOf" srcId="{CE058AC1-00E5-43B6-9449-83BE883B8C1D}" destId="{12C4FB3A-E899-4188-A398-55808883961F}" srcOrd="0" destOrd="0" presId="urn:microsoft.com/office/officeart/2008/layout/NameandTitleOrganizationalChart"/>
    <dgm:cxn modelId="{EA6C4979-EFFD-41EC-92E6-AC663C732229}" type="presParOf" srcId="{CE058AC1-00E5-43B6-9449-83BE883B8C1D}" destId="{9E50385F-87A2-4519-8D7C-DEE3F9DF818C}" srcOrd="1" destOrd="0" presId="urn:microsoft.com/office/officeart/2008/layout/NameandTitleOrganizationalChart"/>
    <dgm:cxn modelId="{6EBF221A-9141-4A19-99DE-F95152EB2861}" type="presParOf" srcId="{CE058AC1-00E5-43B6-9449-83BE883B8C1D}" destId="{C48E086D-E3B2-4031-912A-78C25A89500C}" srcOrd="2" destOrd="0" presId="urn:microsoft.com/office/officeart/2008/layout/NameandTitleOrganizationalChart"/>
    <dgm:cxn modelId="{03AE01D7-DD02-487D-9D24-29F7BD911465}" type="presParOf" srcId="{A62FF2F3-0BCE-4731-B492-C4AFD395B661}" destId="{75A04ACD-6567-4BE6-8B3B-1562E8C83E0D}" srcOrd="1" destOrd="0" presId="urn:microsoft.com/office/officeart/2008/layout/NameandTitleOrganizationalChart"/>
    <dgm:cxn modelId="{9301BC5C-27B6-4BB5-8AF1-19DC025A4953}" type="presParOf" srcId="{A62FF2F3-0BCE-4731-B492-C4AFD395B661}" destId="{05E9042C-FF0A-4AD6-A5E5-F7B05A2FC2B0}" srcOrd="2" destOrd="0" presId="urn:microsoft.com/office/officeart/2008/layout/NameandTitleOrganizationalChart"/>
    <dgm:cxn modelId="{B8BC5904-2701-47ED-A8F0-8C8DF03E9B6C}" type="presParOf" srcId="{6384F8BF-EE90-4E0D-AC05-A6CF99B62D65}" destId="{43B7E19C-CCD2-458D-82C9-73D6FDC540D0}" srcOrd="4" destOrd="0" presId="urn:microsoft.com/office/officeart/2008/layout/NameandTitleOrganizationalChart"/>
    <dgm:cxn modelId="{7B8147C5-B258-41EE-94FA-BE5834967C3B}" type="presParOf" srcId="{6384F8BF-EE90-4E0D-AC05-A6CF99B62D65}" destId="{2CC8751E-AE5F-4164-B397-16CA2961442F}" srcOrd="5" destOrd="0" presId="urn:microsoft.com/office/officeart/2008/layout/NameandTitleOrganizationalChart"/>
    <dgm:cxn modelId="{4E2A5359-D019-4C35-8755-BDAFA3D68068}" type="presParOf" srcId="{2CC8751E-AE5F-4164-B397-16CA2961442F}" destId="{3BA57379-07A5-4F45-83A1-1F2F9619B6F4}" srcOrd="0" destOrd="0" presId="urn:microsoft.com/office/officeart/2008/layout/NameandTitleOrganizationalChart"/>
    <dgm:cxn modelId="{A5859C21-2C4B-4D03-9982-F3B875D6A496}" type="presParOf" srcId="{3BA57379-07A5-4F45-83A1-1F2F9619B6F4}" destId="{BCBD9A34-E482-4234-B069-27AD10781F3F}" srcOrd="0" destOrd="0" presId="urn:microsoft.com/office/officeart/2008/layout/NameandTitleOrganizationalChart"/>
    <dgm:cxn modelId="{24C53C62-8241-422A-B1E8-FC05C890A099}" type="presParOf" srcId="{3BA57379-07A5-4F45-83A1-1F2F9619B6F4}" destId="{CA1C5A5E-E956-4AA9-AE7C-0F02D91E53F9}" srcOrd="1" destOrd="0" presId="urn:microsoft.com/office/officeart/2008/layout/NameandTitleOrganizationalChart"/>
    <dgm:cxn modelId="{99E08A9E-762E-493A-A305-2B2129716A77}" type="presParOf" srcId="{3BA57379-07A5-4F45-83A1-1F2F9619B6F4}" destId="{9B0BE959-8532-4C50-8663-6EF074E1FE07}" srcOrd="2" destOrd="0" presId="urn:microsoft.com/office/officeart/2008/layout/NameandTitleOrganizationalChart"/>
    <dgm:cxn modelId="{1D2AC682-E578-4EAD-91A5-11E8F2490A20}" type="presParOf" srcId="{2CC8751E-AE5F-4164-B397-16CA2961442F}" destId="{F46252FD-517A-4F77-9C91-57F64C1E0739}" srcOrd="1" destOrd="0" presId="urn:microsoft.com/office/officeart/2008/layout/NameandTitleOrganizationalChart"/>
    <dgm:cxn modelId="{9678FB45-7DB8-4BDF-B7F0-A46093E021D8}" type="presParOf" srcId="{2CC8751E-AE5F-4164-B397-16CA2961442F}" destId="{B39282BC-0B7B-495E-8B8C-CB801BE4B16C}" srcOrd="2" destOrd="0" presId="urn:microsoft.com/office/officeart/2008/layout/NameandTitleOrganizationalChart"/>
    <dgm:cxn modelId="{F768C7CC-ED4A-4687-B4E2-C597D1087C16}" type="presParOf" srcId="{4F4AA853-EED2-4E27-A017-07A2E95F6CB1}" destId="{A98012C7-A618-406F-A274-58BEBB6E024A}" srcOrd="2" destOrd="0" presId="urn:microsoft.com/office/officeart/2008/layout/NameandTitleOrganizationalChart"/>
    <dgm:cxn modelId="{39A978EF-B654-4812-85DD-8DFB5F5B4DEC}" type="presParOf" srcId="{ED67EE85-3CF2-4A0A-AB06-3249936F0E86}" destId="{B9BC3D37-E917-4F92-A145-A6417EAF9414}" srcOrd="2" destOrd="0" presId="urn:microsoft.com/office/officeart/2008/layout/NameandTitleOrganizationalChart"/>
    <dgm:cxn modelId="{993FAD6D-FAD5-47FC-B03B-90D90421D17B}" type="presParOf" srcId="{ED67EE85-3CF2-4A0A-AB06-3249936F0E86}" destId="{8E6B3079-7CE3-47C4-9453-A428B9249941}" srcOrd="3" destOrd="0" presId="urn:microsoft.com/office/officeart/2008/layout/NameandTitleOrganizationalChart"/>
    <dgm:cxn modelId="{16734B34-33A4-4C82-85AE-E388B0836443}" type="presParOf" srcId="{8E6B3079-7CE3-47C4-9453-A428B9249941}" destId="{6B3E1543-DAE0-4160-A3CD-3F88F3C9D0B8}" srcOrd="0" destOrd="0" presId="urn:microsoft.com/office/officeart/2008/layout/NameandTitleOrganizationalChart"/>
    <dgm:cxn modelId="{0D7E17D4-7AE2-4594-A1E5-725E732A8C79}" type="presParOf" srcId="{6B3E1543-DAE0-4160-A3CD-3F88F3C9D0B8}" destId="{4A67424E-A04C-4D2F-8526-217A171F48F2}" srcOrd="0" destOrd="0" presId="urn:microsoft.com/office/officeart/2008/layout/NameandTitleOrganizationalChart"/>
    <dgm:cxn modelId="{48D63693-DC2A-45C6-9A92-5024F620DDAE}" type="presParOf" srcId="{6B3E1543-DAE0-4160-A3CD-3F88F3C9D0B8}" destId="{D0EAB12B-A223-448B-A66E-1B6BE5FCB13C}" srcOrd="1" destOrd="0" presId="urn:microsoft.com/office/officeart/2008/layout/NameandTitleOrganizationalChart"/>
    <dgm:cxn modelId="{612EE2AE-8F59-4115-BC2B-CF5A0D47310D}" type="presParOf" srcId="{6B3E1543-DAE0-4160-A3CD-3F88F3C9D0B8}" destId="{010B37C4-57A9-4D6A-ADB9-592C39CDC6DC}" srcOrd="2" destOrd="0" presId="urn:microsoft.com/office/officeart/2008/layout/NameandTitleOrganizationalChart"/>
    <dgm:cxn modelId="{BB9A7FD9-75B7-4F65-8CF4-C52460509D49}" type="presParOf" srcId="{8E6B3079-7CE3-47C4-9453-A428B9249941}" destId="{8D7AE39B-E977-44D4-8A23-2F30CACAFA69}" srcOrd="1" destOrd="0" presId="urn:microsoft.com/office/officeart/2008/layout/NameandTitleOrganizationalChart"/>
    <dgm:cxn modelId="{11FE652B-7E3E-40A3-9FEE-C960CED2E3A5}" type="presParOf" srcId="{8E6B3079-7CE3-47C4-9453-A428B9249941}" destId="{8F1D5148-95D0-41F2-B75D-650DE85FE92A}" srcOrd="2" destOrd="0" presId="urn:microsoft.com/office/officeart/2008/layout/NameandTitleOrganizationalChart"/>
    <dgm:cxn modelId="{FD919C8F-3AE9-41F0-86DC-6A5A85F340A4}" type="presParOf" srcId="{FC3FA35F-9A7D-4710-99AC-786E9893025C}" destId="{3C601E28-0424-4AC1-8574-A47189334C61}" srcOrd="2" destOrd="0" presId="urn:microsoft.com/office/officeart/2008/layout/NameandTitleOrganizationalChart"/>
    <dgm:cxn modelId="{2484D421-A340-429C-B14F-FDFACB75D1C8}" type="presParOf" srcId="{CF1B1BFA-5815-4577-BD0E-E5F37ABC337F}" destId="{AE790452-58BC-4EE6-BF8C-DBFF7EDA57D5}" srcOrd="2" destOrd="0" presId="urn:microsoft.com/office/officeart/2008/layout/NameandTitleOrganizationalChart"/>
    <dgm:cxn modelId="{23DE8540-83A8-4926-A07B-225C7CE8C5B7}" type="presParOf" srcId="{BF3844FB-668C-4813-9407-EC2C508994F5}" destId="{A854F1FE-AB8F-49E4-9C3F-5A900B8DA14A}" srcOrd="4" destOrd="0" presId="urn:microsoft.com/office/officeart/2008/layout/NameandTitleOrganizationalChart"/>
    <dgm:cxn modelId="{99E5C2BE-1ED8-4C0B-AAAE-04632DB0C662}" type="presParOf" srcId="{BF3844FB-668C-4813-9407-EC2C508994F5}" destId="{EF106EF8-9436-46B2-9529-851DDEBF107F}" srcOrd="5" destOrd="0" presId="urn:microsoft.com/office/officeart/2008/layout/NameandTitleOrganizationalChart"/>
    <dgm:cxn modelId="{AF15482A-1414-40CF-B025-F11A742216D7}" type="presParOf" srcId="{EF106EF8-9436-46B2-9529-851DDEBF107F}" destId="{97DE13FE-86BE-4873-854E-4B3EF5F1FA3B}" srcOrd="0" destOrd="0" presId="urn:microsoft.com/office/officeart/2008/layout/NameandTitleOrganizationalChart"/>
    <dgm:cxn modelId="{76DF9570-F3DC-433E-B684-4650ADF44440}" type="presParOf" srcId="{97DE13FE-86BE-4873-854E-4B3EF5F1FA3B}" destId="{944ADF3A-AE77-46FA-9B25-B9513AD82115}" srcOrd="0" destOrd="0" presId="urn:microsoft.com/office/officeart/2008/layout/NameandTitleOrganizationalChart"/>
    <dgm:cxn modelId="{3467E173-5AA8-4F3A-868D-17C78CC9D2B6}" type="presParOf" srcId="{97DE13FE-86BE-4873-854E-4B3EF5F1FA3B}" destId="{32048643-5304-46A3-AF04-7B05762175C2}" srcOrd="1" destOrd="0" presId="urn:microsoft.com/office/officeart/2008/layout/NameandTitleOrganizationalChart"/>
    <dgm:cxn modelId="{39832D3D-234B-4381-B081-7AF7874E84F5}" type="presParOf" srcId="{97DE13FE-86BE-4873-854E-4B3EF5F1FA3B}" destId="{03242116-498D-4D26-9F4D-1AA31C57482A}" srcOrd="2" destOrd="0" presId="urn:microsoft.com/office/officeart/2008/layout/NameandTitleOrganizationalChart"/>
    <dgm:cxn modelId="{4225845B-1F0B-41A7-8F44-92109A9332FC}" type="presParOf" srcId="{EF106EF8-9436-46B2-9529-851DDEBF107F}" destId="{F98FDF0B-6840-4CEA-98FD-3C6B167D6670}" srcOrd="1" destOrd="0" presId="urn:microsoft.com/office/officeart/2008/layout/NameandTitleOrganizationalChart"/>
    <dgm:cxn modelId="{1BC3155C-7618-486F-AAEF-93F0781CA08C}" type="presParOf" srcId="{EF106EF8-9436-46B2-9529-851DDEBF107F}" destId="{74575061-CFD0-461C-96AE-1BE9267C39F1}" srcOrd="2" destOrd="0" presId="urn:microsoft.com/office/officeart/2008/layout/NameandTitleOrganizationalChart"/>
    <dgm:cxn modelId="{0FD3297F-F856-467C-89A9-73F14440B0F4}" type="presParOf" srcId="{2CD4B189-1F64-43D1-8F4D-64BC86F1B62F}" destId="{934814F9-15D9-4F34-9AF8-FA849CC54C9C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D4C97BF-2D1B-4545-9C94-9309E0943E33}" type="doc">
      <dgm:prSet loTypeId="urn:microsoft.com/office/officeart/2005/8/layout/target3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de-CH"/>
        </a:p>
      </dgm:t>
    </dgm:pt>
    <dgm:pt modelId="{7F79173A-D689-4019-AF27-2F1BC1ECC24A}">
      <dgm:prSet phldrT="[Text]" custT="1"/>
      <dgm:spPr>
        <a:ln>
          <a:solidFill>
            <a:srgbClr val="3AAEBB"/>
          </a:solidFill>
        </a:ln>
      </dgm:spPr>
      <dgm:t>
        <a:bodyPr/>
        <a:lstStyle/>
        <a:p>
          <a:r>
            <a:rPr lang="de-CH" sz="3600" dirty="0" err="1" smtClean="0"/>
            <a:t>jQuery</a:t>
          </a:r>
          <a:r>
            <a:rPr lang="de-CH" sz="3600" dirty="0" smtClean="0"/>
            <a:t> </a:t>
          </a:r>
          <a:br>
            <a:rPr lang="de-CH" sz="3600" dirty="0" smtClean="0"/>
          </a:br>
          <a:r>
            <a:rPr lang="de-CH" sz="2000" dirty="0" smtClean="0"/>
            <a:t>~2.1.1</a:t>
          </a:r>
          <a:endParaRPr lang="de-CH" sz="2000" dirty="0"/>
        </a:p>
      </dgm:t>
    </dgm:pt>
    <dgm:pt modelId="{E935AE63-F998-45CA-81A8-E864B31FD0A5}" type="parTrans" cxnId="{7652E7E3-FE7C-47D4-BECA-9F9CD4FD0BAD}">
      <dgm:prSet/>
      <dgm:spPr/>
      <dgm:t>
        <a:bodyPr/>
        <a:lstStyle/>
        <a:p>
          <a:endParaRPr lang="de-CH"/>
        </a:p>
      </dgm:t>
    </dgm:pt>
    <dgm:pt modelId="{68E08871-CC9F-4894-9D4E-0185ADD208D2}" type="sibTrans" cxnId="{7652E7E3-FE7C-47D4-BECA-9F9CD4FD0BAD}">
      <dgm:prSet/>
      <dgm:spPr/>
      <dgm:t>
        <a:bodyPr/>
        <a:lstStyle/>
        <a:p>
          <a:endParaRPr lang="de-CH"/>
        </a:p>
      </dgm:t>
    </dgm:pt>
    <dgm:pt modelId="{08B4496F-69D0-4B83-82DA-68E7EC013047}">
      <dgm:prSet phldrT="[Text]" custT="1"/>
      <dgm:spPr>
        <a:ln>
          <a:solidFill>
            <a:srgbClr val="3AAEBB"/>
          </a:solidFill>
        </a:ln>
      </dgm:spPr>
      <dgm:t>
        <a:bodyPr/>
        <a:lstStyle/>
        <a:p>
          <a:r>
            <a:rPr lang="de-CH" sz="3600" dirty="0" err="1" smtClean="0"/>
            <a:t>jQuery-mousewheel</a:t>
          </a:r>
          <a:r>
            <a:rPr lang="de-CH" sz="3600" dirty="0" smtClean="0"/>
            <a:t> </a:t>
          </a:r>
          <a:br>
            <a:rPr lang="de-CH" sz="3600" dirty="0" smtClean="0"/>
          </a:br>
          <a:r>
            <a:rPr lang="de-CH" sz="2000" dirty="0" smtClean="0"/>
            <a:t>~3.1.12</a:t>
          </a:r>
          <a:endParaRPr lang="de-CH" sz="2000" dirty="0"/>
        </a:p>
      </dgm:t>
    </dgm:pt>
    <dgm:pt modelId="{CA672F0D-3335-498E-AC6C-384DFE4F5E52}" type="parTrans" cxnId="{2F384FBB-1824-4D3D-9F39-AC14F2AE2CD5}">
      <dgm:prSet/>
      <dgm:spPr/>
      <dgm:t>
        <a:bodyPr/>
        <a:lstStyle/>
        <a:p>
          <a:endParaRPr lang="de-CH"/>
        </a:p>
      </dgm:t>
    </dgm:pt>
    <dgm:pt modelId="{6D11D6F7-05A7-48C2-B92E-FF4D416A03CE}" type="sibTrans" cxnId="{2F384FBB-1824-4D3D-9F39-AC14F2AE2CD5}">
      <dgm:prSet/>
      <dgm:spPr/>
      <dgm:t>
        <a:bodyPr/>
        <a:lstStyle/>
        <a:p>
          <a:endParaRPr lang="de-CH"/>
        </a:p>
      </dgm:t>
    </dgm:pt>
    <dgm:pt modelId="{1DF270A1-C1E7-41C8-AB41-EFFE75351436}">
      <dgm:prSet phldrT="[Text]" custT="1"/>
      <dgm:spPr>
        <a:ln>
          <a:solidFill>
            <a:srgbClr val="3AAEBB"/>
          </a:solidFill>
        </a:ln>
      </dgm:spPr>
      <dgm:t>
        <a:bodyPr/>
        <a:lstStyle/>
        <a:p>
          <a:r>
            <a:rPr lang="de-CH" sz="3600" dirty="0" smtClean="0"/>
            <a:t>countUp.js </a:t>
          </a:r>
          <a:br>
            <a:rPr lang="de-CH" sz="3600" dirty="0" smtClean="0"/>
          </a:br>
          <a:r>
            <a:rPr lang="de-CH" sz="2000" dirty="0" smtClean="0"/>
            <a:t>~1.3.2</a:t>
          </a:r>
          <a:endParaRPr lang="de-CH" sz="2000" dirty="0"/>
        </a:p>
      </dgm:t>
    </dgm:pt>
    <dgm:pt modelId="{6015C2E8-D903-4810-A815-F05774C1E57A}" type="parTrans" cxnId="{3C3F232D-A5BF-4823-9E6C-F7B0936A86C0}">
      <dgm:prSet/>
      <dgm:spPr/>
      <dgm:t>
        <a:bodyPr/>
        <a:lstStyle/>
        <a:p>
          <a:endParaRPr lang="de-CH"/>
        </a:p>
      </dgm:t>
    </dgm:pt>
    <dgm:pt modelId="{E3D38BB9-B26D-4F6A-BF25-58C1775A5D7E}" type="sibTrans" cxnId="{3C3F232D-A5BF-4823-9E6C-F7B0936A86C0}">
      <dgm:prSet/>
      <dgm:spPr/>
      <dgm:t>
        <a:bodyPr/>
        <a:lstStyle/>
        <a:p>
          <a:endParaRPr lang="de-CH"/>
        </a:p>
      </dgm:t>
    </dgm:pt>
    <dgm:pt modelId="{B645397E-E8FC-482D-B6BF-A9CAD546317B}" type="pres">
      <dgm:prSet presAssocID="{0D4C97BF-2D1B-4545-9C94-9309E0943E33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de-CH"/>
        </a:p>
      </dgm:t>
    </dgm:pt>
    <dgm:pt modelId="{11EE7C12-93F4-401B-AE9A-9F094AD6953E}" type="pres">
      <dgm:prSet presAssocID="{7F79173A-D689-4019-AF27-2F1BC1ECC24A}" presName="circle1" presStyleLbl="node1" presStyleIdx="0" presStyleCnt="3"/>
      <dgm:spPr>
        <a:solidFill>
          <a:srgbClr val="3AAEBB"/>
        </a:solidFill>
      </dgm:spPr>
      <dgm:t>
        <a:bodyPr/>
        <a:lstStyle/>
        <a:p>
          <a:endParaRPr lang="de-DE"/>
        </a:p>
      </dgm:t>
    </dgm:pt>
    <dgm:pt modelId="{FAE8A1A6-4D08-4144-8C31-927D5BFA8733}" type="pres">
      <dgm:prSet presAssocID="{7F79173A-D689-4019-AF27-2F1BC1ECC24A}" presName="space" presStyleCnt="0"/>
      <dgm:spPr/>
    </dgm:pt>
    <dgm:pt modelId="{D68A3616-16CF-4EA3-9618-D797E1E1DDF0}" type="pres">
      <dgm:prSet presAssocID="{7F79173A-D689-4019-AF27-2F1BC1ECC24A}" presName="rect1" presStyleLbl="alignAcc1" presStyleIdx="0" presStyleCnt="3"/>
      <dgm:spPr/>
      <dgm:t>
        <a:bodyPr/>
        <a:lstStyle/>
        <a:p>
          <a:endParaRPr lang="de-CH"/>
        </a:p>
      </dgm:t>
    </dgm:pt>
    <dgm:pt modelId="{DA591ADA-4798-48CF-A74B-2D7A1311BBD7}" type="pres">
      <dgm:prSet presAssocID="{08B4496F-69D0-4B83-82DA-68E7EC013047}" presName="vertSpace2" presStyleLbl="node1" presStyleIdx="0" presStyleCnt="3"/>
      <dgm:spPr/>
    </dgm:pt>
    <dgm:pt modelId="{86265663-2C4D-4100-9B2F-DC376E8579BD}" type="pres">
      <dgm:prSet presAssocID="{08B4496F-69D0-4B83-82DA-68E7EC013047}" presName="circle2" presStyleLbl="node1" presStyleIdx="1" presStyleCnt="3"/>
      <dgm:spPr>
        <a:solidFill>
          <a:srgbClr val="3AAEBB"/>
        </a:solidFill>
      </dgm:spPr>
      <dgm:t>
        <a:bodyPr/>
        <a:lstStyle/>
        <a:p>
          <a:endParaRPr lang="de-DE"/>
        </a:p>
      </dgm:t>
    </dgm:pt>
    <dgm:pt modelId="{07B4B03F-CDC3-40DC-825F-FC1AE4596204}" type="pres">
      <dgm:prSet presAssocID="{08B4496F-69D0-4B83-82DA-68E7EC013047}" presName="rect2" presStyleLbl="alignAcc1" presStyleIdx="1" presStyleCnt="3"/>
      <dgm:spPr/>
      <dgm:t>
        <a:bodyPr/>
        <a:lstStyle/>
        <a:p>
          <a:endParaRPr lang="de-CH"/>
        </a:p>
      </dgm:t>
    </dgm:pt>
    <dgm:pt modelId="{1C2CEA35-D5A6-41B6-BD61-FC983DD080EE}" type="pres">
      <dgm:prSet presAssocID="{1DF270A1-C1E7-41C8-AB41-EFFE75351436}" presName="vertSpace3" presStyleLbl="node1" presStyleIdx="1" presStyleCnt="3"/>
      <dgm:spPr/>
    </dgm:pt>
    <dgm:pt modelId="{FEB83749-4AF1-4D57-873B-DBADA04CCFB4}" type="pres">
      <dgm:prSet presAssocID="{1DF270A1-C1E7-41C8-AB41-EFFE75351436}" presName="circle3" presStyleLbl="node1" presStyleIdx="2" presStyleCnt="3"/>
      <dgm:spPr>
        <a:solidFill>
          <a:srgbClr val="3AAEBB"/>
        </a:solidFill>
      </dgm:spPr>
      <dgm:t>
        <a:bodyPr/>
        <a:lstStyle/>
        <a:p>
          <a:endParaRPr lang="de-DE"/>
        </a:p>
      </dgm:t>
    </dgm:pt>
    <dgm:pt modelId="{DFD173AE-9DDD-44FE-9198-0CB4691D3D32}" type="pres">
      <dgm:prSet presAssocID="{1DF270A1-C1E7-41C8-AB41-EFFE75351436}" presName="rect3" presStyleLbl="alignAcc1" presStyleIdx="2" presStyleCnt="3"/>
      <dgm:spPr/>
      <dgm:t>
        <a:bodyPr/>
        <a:lstStyle/>
        <a:p>
          <a:endParaRPr lang="de-CH"/>
        </a:p>
      </dgm:t>
    </dgm:pt>
    <dgm:pt modelId="{7DF36080-9BC2-4A31-AAB9-B22595DC60AA}" type="pres">
      <dgm:prSet presAssocID="{7F79173A-D689-4019-AF27-2F1BC1ECC24A}" presName="rect1ParTxNoCh" presStyleLbl="alignAcc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de-CH"/>
        </a:p>
      </dgm:t>
    </dgm:pt>
    <dgm:pt modelId="{26289214-9A83-451A-8685-96A7432688DC}" type="pres">
      <dgm:prSet presAssocID="{08B4496F-69D0-4B83-82DA-68E7EC013047}" presName="rect2ParTxNoCh" presStyleLbl="alignAcc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de-CH"/>
        </a:p>
      </dgm:t>
    </dgm:pt>
    <dgm:pt modelId="{9D7113CF-96AB-483A-9B49-803A7181E31B}" type="pres">
      <dgm:prSet presAssocID="{1DF270A1-C1E7-41C8-AB41-EFFE75351436}" presName="rect3ParTxNoCh" presStyleLbl="alignAcc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de-CH"/>
        </a:p>
      </dgm:t>
    </dgm:pt>
  </dgm:ptLst>
  <dgm:cxnLst>
    <dgm:cxn modelId="{D4C331F3-A312-4257-9A79-53EC3D269D76}" type="presOf" srcId="{7F79173A-D689-4019-AF27-2F1BC1ECC24A}" destId="{D68A3616-16CF-4EA3-9618-D797E1E1DDF0}" srcOrd="0" destOrd="0" presId="urn:microsoft.com/office/officeart/2005/8/layout/target3"/>
    <dgm:cxn modelId="{BDDEA766-C8F0-4543-97AD-13BB7BF177F7}" type="presOf" srcId="{08B4496F-69D0-4B83-82DA-68E7EC013047}" destId="{07B4B03F-CDC3-40DC-825F-FC1AE4596204}" srcOrd="0" destOrd="0" presId="urn:microsoft.com/office/officeart/2005/8/layout/target3"/>
    <dgm:cxn modelId="{3C3F232D-A5BF-4823-9E6C-F7B0936A86C0}" srcId="{0D4C97BF-2D1B-4545-9C94-9309E0943E33}" destId="{1DF270A1-C1E7-41C8-AB41-EFFE75351436}" srcOrd="2" destOrd="0" parTransId="{6015C2E8-D903-4810-A815-F05774C1E57A}" sibTransId="{E3D38BB9-B26D-4F6A-BF25-58C1775A5D7E}"/>
    <dgm:cxn modelId="{2F384FBB-1824-4D3D-9F39-AC14F2AE2CD5}" srcId="{0D4C97BF-2D1B-4545-9C94-9309E0943E33}" destId="{08B4496F-69D0-4B83-82DA-68E7EC013047}" srcOrd="1" destOrd="0" parTransId="{CA672F0D-3335-498E-AC6C-384DFE4F5E52}" sibTransId="{6D11D6F7-05A7-48C2-B92E-FF4D416A03CE}"/>
    <dgm:cxn modelId="{7652E7E3-FE7C-47D4-BECA-9F9CD4FD0BAD}" srcId="{0D4C97BF-2D1B-4545-9C94-9309E0943E33}" destId="{7F79173A-D689-4019-AF27-2F1BC1ECC24A}" srcOrd="0" destOrd="0" parTransId="{E935AE63-F998-45CA-81A8-E864B31FD0A5}" sibTransId="{68E08871-CC9F-4894-9D4E-0185ADD208D2}"/>
    <dgm:cxn modelId="{94E7996D-0944-4734-8433-FF9DC56724F2}" type="presOf" srcId="{08B4496F-69D0-4B83-82DA-68E7EC013047}" destId="{26289214-9A83-451A-8685-96A7432688DC}" srcOrd="1" destOrd="0" presId="urn:microsoft.com/office/officeart/2005/8/layout/target3"/>
    <dgm:cxn modelId="{E3EBF304-BE10-4B96-8692-5E45C7485371}" type="presOf" srcId="{0D4C97BF-2D1B-4545-9C94-9309E0943E33}" destId="{B645397E-E8FC-482D-B6BF-A9CAD546317B}" srcOrd="0" destOrd="0" presId="urn:microsoft.com/office/officeart/2005/8/layout/target3"/>
    <dgm:cxn modelId="{B0919F87-90CE-4697-B30A-0A2B9B7F5249}" type="presOf" srcId="{1DF270A1-C1E7-41C8-AB41-EFFE75351436}" destId="{DFD173AE-9DDD-44FE-9198-0CB4691D3D32}" srcOrd="0" destOrd="0" presId="urn:microsoft.com/office/officeart/2005/8/layout/target3"/>
    <dgm:cxn modelId="{AD373596-906A-4838-901C-B1BFE2F16695}" type="presOf" srcId="{7F79173A-D689-4019-AF27-2F1BC1ECC24A}" destId="{7DF36080-9BC2-4A31-AAB9-B22595DC60AA}" srcOrd="1" destOrd="0" presId="urn:microsoft.com/office/officeart/2005/8/layout/target3"/>
    <dgm:cxn modelId="{DAA1D1B8-4C78-4B88-B3CC-6FFAADC7D68E}" type="presOf" srcId="{1DF270A1-C1E7-41C8-AB41-EFFE75351436}" destId="{9D7113CF-96AB-483A-9B49-803A7181E31B}" srcOrd="1" destOrd="0" presId="urn:microsoft.com/office/officeart/2005/8/layout/target3"/>
    <dgm:cxn modelId="{6680EEBB-B96C-42F5-91D4-300E6A038EAC}" type="presParOf" srcId="{B645397E-E8FC-482D-B6BF-A9CAD546317B}" destId="{11EE7C12-93F4-401B-AE9A-9F094AD6953E}" srcOrd="0" destOrd="0" presId="urn:microsoft.com/office/officeart/2005/8/layout/target3"/>
    <dgm:cxn modelId="{B3716FFE-47E9-4A0F-BA90-EB52D2C257AD}" type="presParOf" srcId="{B645397E-E8FC-482D-B6BF-A9CAD546317B}" destId="{FAE8A1A6-4D08-4144-8C31-927D5BFA8733}" srcOrd="1" destOrd="0" presId="urn:microsoft.com/office/officeart/2005/8/layout/target3"/>
    <dgm:cxn modelId="{B25F8D09-0A5D-4BB8-8FBD-B334FD86781B}" type="presParOf" srcId="{B645397E-E8FC-482D-B6BF-A9CAD546317B}" destId="{D68A3616-16CF-4EA3-9618-D797E1E1DDF0}" srcOrd="2" destOrd="0" presId="urn:microsoft.com/office/officeart/2005/8/layout/target3"/>
    <dgm:cxn modelId="{2C3EC300-06F5-4A78-9D8D-048249428989}" type="presParOf" srcId="{B645397E-E8FC-482D-B6BF-A9CAD546317B}" destId="{DA591ADA-4798-48CF-A74B-2D7A1311BBD7}" srcOrd="3" destOrd="0" presId="urn:microsoft.com/office/officeart/2005/8/layout/target3"/>
    <dgm:cxn modelId="{1135E136-06B9-4C14-9789-58E7DFFBC8FD}" type="presParOf" srcId="{B645397E-E8FC-482D-B6BF-A9CAD546317B}" destId="{86265663-2C4D-4100-9B2F-DC376E8579BD}" srcOrd="4" destOrd="0" presId="urn:microsoft.com/office/officeart/2005/8/layout/target3"/>
    <dgm:cxn modelId="{AB891C8D-909A-44AC-8A5E-3C544DC9D9A0}" type="presParOf" srcId="{B645397E-E8FC-482D-B6BF-A9CAD546317B}" destId="{07B4B03F-CDC3-40DC-825F-FC1AE4596204}" srcOrd="5" destOrd="0" presId="urn:microsoft.com/office/officeart/2005/8/layout/target3"/>
    <dgm:cxn modelId="{889A94BF-4329-47E8-B0D2-F203EE0F8926}" type="presParOf" srcId="{B645397E-E8FC-482D-B6BF-A9CAD546317B}" destId="{1C2CEA35-D5A6-41B6-BD61-FC983DD080EE}" srcOrd="6" destOrd="0" presId="urn:microsoft.com/office/officeart/2005/8/layout/target3"/>
    <dgm:cxn modelId="{F189C16E-A378-429F-8A52-59CB8D249D49}" type="presParOf" srcId="{B645397E-E8FC-482D-B6BF-A9CAD546317B}" destId="{FEB83749-4AF1-4D57-873B-DBADA04CCFB4}" srcOrd="7" destOrd="0" presId="urn:microsoft.com/office/officeart/2005/8/layout/target3"/>
    <dgm:cxn modelId="{3D465D6E-E4BD-4A35-A2D1-1309B21F1BBB}" type="presParOf" srcId="{B645397E-E8FC-482D-B6BF-A9CAD546317B}" destId="{DFD173AE-9DDD-44FE-9198-0CB4691D3D32}" srcOrd="8" destOrd="0" presId="urn:microsoft.com/office/officeart/2005/8/layout/target3"/>
    <dgm:cxn modelId="{77962161-A040-4D41-B68F-CA0145C47A5E}" type="presParOf" srcId="{B645397E-E8FC-482D-B6BF-A9CAD546317B}" destId="{7DF36080-9BC2-4A31-AAB9-B22595DC60AA}" srcOrd="9" destOrd="0" presId="urn:microsoft.com/office/officeart/2005/8/layout/target3"/>
    <dgm:cxn modelId="{65DF79F8-C3A4-4C8D-82DD-5F930F3361C6}" type="presParOf" srcId="{B645397E-E8FC-482D-B6BF-A9CAD546317B}" destId="{26289214-9A83-451A-8685-96A7432688DC}" srcOrd="10" destOrd="0" presId="urn:microsoft.com/office/officeart/2005/8/layout/target3"/>
    <dgm:cxn modelId="{A0D3FB81-6F03-4E39-82D2-71A4D37B126A}" type="presParOf" srcId="{B645397E-E8FC-482D-B6BF-A9CAD546317B}" destId="{9D7113CF-96AB-483A-9B49-803A7181E31B}" srcOrd="11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4B7EE1-26EE-4FA9-B7B1-0C471643E5A0}">
      <dsp:nvSpPr>
        <dsp:cNvPr id="0" name=""/>
        <dsp:cNvSpPr/>
      </dsp:nvSpPr>
      <dsp:spPr>
        <a:xfrm rot="5400000">
          <a:off x="705579" y="1485091"/>
          <a:ext cx="967159" cy="110107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EA983DB-BB67-4B4C-A308-48773837DF9F}">
      <dsp:nvSpPr>
        <dsp:cNvPr id="0" name=""/>
        <dsp:cNvSpPr/>
      </dsp:nvSpPr>
      <dsp:spPr>
        <a:xfrm>
          <a:off x="449341" y="412975"/>
          <a:ext cx="1628127" cy="1139636"/>
        </a:xfrm>
        <a:prstGeom prst="roundRect">
          <a:avLst>
            <a:gd name="adj" fmla="val 16670"/>
          </a:avLst>
        </a:prstGeom>
        <a:solidFill>
          <a:srgbClr val="3AAEBB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3400" kern="1200" dirty="0" err="1" smtClean="0"/>
            <a:t>master</a:t>
          </a:r>
          <a:endParaRPr lang="de-CH" sz="3400" kern="1200" dirty="0"/>
        </a:p>
      </dsp:txBody>
      <dsp:txXfrm>
        <a:off x="504983" y="468617"/>
        <a:ext cx="1516843" cy="1028352"/>
      </dsp:txXfrm>
    </dsp:sp>
    <dsp:sp modelId="{A50C0E30-165A-425A-9B22-679F0B2E0B64}">
      <dsp:nvSpPr>
        <dsp:cNvPr id="0" name=""/>
        <dsp:cNvSpPr/>
      </dsp:nvSpPr>
      <dsp:spPr>
        <a:xfrm>
          <a:off x="2114904" y="521666"/>
          <a:ext cx="5327927" cy="921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CH" sz="2700" kern="1200" dirty="0" smtClean="0"/>
            <a:t>Development </a:t>
          </a:r>
          <a:r>
            <a:rPr lang="de-CH" sz="2700" kern="1200" dirty="0" err="1" smtClean="0"/>
            <a:t>and</a:t>
          </a:r>
          <a:r>
            <a:rPr lang="de-CH" sz="2700" kern="1200" dirty="0" smtClean="0"/>
            <a:t> </a:t>
          </a:r>
          <a:r>
            <a:rPr lang="de-CH" sz="2700" kern="1200" dirty="0" err="1" smtClean="0"/>
            <a:t>bug</a:t>
          </a:r>
          <a:r>
            <a:rPr lang="de-CH" sz="2700" kern="1200" dirty="0" smtClean="0"/>
            <a:t> </a:t>
          </a:r>
          <a:r>
            <a:rPr lang="de-CH" sz="2700" kern="1200" dirty="0" err="1" smtClean="0"/>
            <a:t>fixing</a:t>
          </a:r>
          <a:endParaRPr lang="de-CH" sz="2700" kern="1200" dirty="0"/>
        </a:p>
      </dsp:txBody>
      <dsp:txXfrm>
        <a:off x="2114904" y="521666"/>
        <a:ext cx="5327927" cy="921104"/>
      </dsp:txXfrm>
    </dsp:sp>
    <dsp:sp modelId="{F0CF224C-AD77-4A65-BAA3-BA8BBBBF0E8C}">
      <dsp:nvSpPr>
        <dsp:cNvPr id="0" name=""/>
        <dsp:cNvSpPr/>
      </dsp:nvSpPr>
      <dsp:spPr>
        <a:xfrm rot="5400000">
          <a:off x="2819220" y="2765279"/>
          <a:ext cx="967159" cy="110107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76A15CD-1FD8-49F0-9069-47B43A20B065}">
      <dsp:nvSpPr>
        <dsp:cNvPr id="0" name=""/>
        <dsp:cNvSpPr/>
      </dsp:nvSpPr>
      <dsp:spPr>
        <a:xfrm>
          <a:off x="2562981" y="1693163"/>
          <a:ext cx="1628127" cy="1139636"/>
        </a:xfrm>
        <a:prstGeom prst="roundRect">
          <a:avLst>
            <a:gd name="adj" fmla="val 16670"/>
          </a:avLst>
        </a:prstGeom>
        <a:solidFill>
          <a:srgbClr val="3AAEBB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3400" kern="1200" dirty="0" err="1" smtClean="0"/>
            <a:t>stage</a:t>
          </a:r>
          <a:endParaRPr lang="de-CH" sz="3400" kern="1200" dirty="0"/>
        </a:p>
      </dsp:txBody>
      <dsp:txXfrm>
        <a:off x="2618623" y="1748805"/>
        <a:ext cx="1516843" cy="1028352"/>
      </dsp:txXfrm>
    </dsp:sp>
    <dsp:sp modelId="{7F48B2BF-AE22-46B4-93CE-6F8818CF8D74}">
      <dsp:nvSpPr>
        <dsp:cNvPr id="0" name=""/>
        <dsp:cNvSpPr/>
      </dsp:nvSpPr>
      <dsp:spPr>
        <a:xfrm>
          <a:off x="4191108" y="1801853"/>
          <a:ext cx="1184144" cy="921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CH" sz="2700" kern="1200" dirty="0" smtClean="0"/>
            <a:t>Test</a:t>
          </a:r>
          <a:endParaRPr lang="de-CH" sz="2700" kern="1200" dirty="0"/>
        </a:p>
      </dsp:txBody>
      <dsp:txXfrm>
        <a:off x="4191108" y="1801853"/>
        <a:ext cx="1184144" cy="921104"/>
      </dsp:txXfrm>
    </dsp:sp>
    <dsp:sp modelId="{6ADDE99D-B6CD-42DE-9F59-C06506217985}">
      <dsp:nvSpPr>
        <dsp:cNvPr id="0" name=""/>
        <dsp:cNvSpPr/>
      </dsp:nvSpPr>
      <dsp:spPr>
        <a:xfrm>
          <a:off x="4588250" y="2973350"/>
          <a:ext cx="1628127" cy="1139636"/>
        </a:xfrm>
        <a:prstGeom prst="roundRect">
          <a:avLst>
            <a:gd name="adj" fmla="val 16670"/>
          </a:avLst>
        </a:prstGeom>
        <a:solidFill>
          <a:srgbClr val="3AAEBB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3400" kern="1200" dirty="0" err="1" smtClean="0"/>
            <a:t>prod</a:t>
          </a:r>
          <a:endParaRPr lang="de-CH" sz="3400" kern="1200" dirty="0"/>
        </a:p>
      </dsp:txBody>
      <dsp:txXfrm>
        <a:off x="4643892" y="3028992"/>
        <a:ext cx="1516843" cy="1028352"/>
      </dsp:txXfrm>
    </dsp:sp>
    <dsp:sp modelId="{35A3B706-0AE9-4219-9D4D-F04B5DD531AC}">
      <dsp:nvSpPr>
        <dsp:cNvPr id="0" name=""/>
        <dsp:cNvSpPr/>
      </dsp:nvSpPr>
      <dsp:spPr>
        <a:xfrm>
          <a:off x="6276070" y="3082041"/>
          <a:ext cx="1766873" cy="921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CH" sz="2300" kern="1200" dirty="0" err="1" smtClean="0"/>
            <a:t>Production</a:t>
          </a:r>
          <a:endParaRPr lang="de-CH" sz="2300" kern="1200" dirty="0"/>
        </a:p>
      </dsp:txBody>
      <dsp:txXfrm>
        <a:off x="6276070" y="3082041"/>
        <a:ext cx="1766873" cy="9211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99A11-8442-4EDB-AC02-579EDAABCBA6}">
      <dsp:nvSpPr>
        <dsp:cNvPr id="0" name=""/>
        <dsp:cNvSpPr/>
      </dsp:nvSpPr>
      <dsp:spPr>
        <a:xfrm>
          <a:off x="5637318" y="2082343"/>
          <a:ext cx="791365" cy="17375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7563"/>
              </a:lnTo>
              <a:lnTo>
                <a:pt x="791365" y="1737563"/>
              </a:lnTo>
            </a:path>
          </a:pathLst>
        </a:cu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3D0D94-6C0A-4466-9291-FC943E8DD193}">
      <dsp:nvSpPr>
        <dsp:cNvPr id="0" name=""/>
        <dsp:cNvSpPr/>
      </dsp:nvSpPr>
      <dsp:spPr>
        <a:xfrm>
          <a:off x="5637318" y="2082343"/>
          <a:ext cx="791365" cy="5161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6108"/>
              </a:lnTo>
              <a:lnTo>
                <a:pt x="791365" y="516108"/>
              </a:lnTo>
            </a:path>
          </a:pathLst>
        </a:cu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FD5DB9-ADD0-4176-B162-AAD64484C385}">
      <dsp:nvSpPr>
        <dsp:cNvPr id="0" name=""/>
        <dsp:cNvSpPr/>
      </dsp:nvSpPr>
      <dsp:spPr>
        <a:xfrm>
          <a:off x="3555682" y="860888"/>
          <a:ext cx="2081635" cy="3612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0637"/>
              </a:lnTo>
              <a:lnTo>
                <a:pt x="2081635" y="180637"/>
              </a:lnTo>
              <a:lnTo>
                <a:pt x="2081635" y="361275"/>
              </a:lnTo>
            </a:path>
          </a:pathLst>
        </a:cu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205D0A-8500-420C-AF95-81DB27FFBF20}">
      <dsp:nvSpPr>
        <dsp:cNvPr id="0" name=""/>
        <dsp:cNvSpPr/>
      </dsp:nvSpPr>
      <dsp:spPr>
        <a:xfrm>
          <a:off x="3555682" y="2082343"/>
          <a:ext cx="791365" cy="17375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7563"/>
              </a:lnTo>
              <a:lnTo>
                <a:pt x="791365" y="1737563"/>
              </a:lnTo>
            </a:path>
          </a:pathLst>
        </a:cu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4F1185-3D15-441A-9AFD-643F00CC33A1}">
      <dsp:nvSpPr>
        <dsp:cNvPr id="0" name=""/>
        <dsp:cNvSpPr/>
      </dsp:nvSpPr>
      <dsp:spPr>
        <a:xfrm>
          <a:off x="3555682" y="2082343"/>
          <a:ext cx="791365" cy="5161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6108"/>
              </a:lnTo>
              <a:lnTo>
                <a:pt x="791365" y="516108"/>
              </a:lnTo>
            </a:path>
          </a:pathLst>
        </a:cu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B40F4C-A587-429D-A7C1-ED29A4454585}">
      <dsp:nvSpPr>
        <dsp:cNvPr id="0" name=""/>
        <dsp:cNvSpPr/>
      </dsp:nvSpPr>
      <dsp:spPr>
        <a:xfrm>
          <a:off x="3509962" y="860888"/>
          <a:ext cx="91440" cy="3612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127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3D1CC5-DB1D-4798-BD2C-D7ACA9143E4E}">
      <dsp:nvSpPr>
        <dsp:cNvPr id="0" name=""/>
        <dsp:cNvSpPr/>
      </dsp:nvSpPr>
      <dsp:spPr>
        <a:xfrm>
          <a:off x="1474047" y="2082343"/>
          <a:ext cx="791365" cy="5161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6108"/>
              </a:lnTo>
              <a:lnTo>
                <a:pt x="791365" y="516108"/>
              </a:lnTo>
            </a:path>
          </a:pathLst>
        </a:cu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8F3699-312C-4144-9BA3-E720151A6BED}">
      <dsp:nvSpPr>
        <dsp:cNvPr id="0" name=""/>
        <dsp:cNvSpPr/>
      </dsp:nvSpPr>
      <dsp:spPr>
        <a:xfrm>
          <a:off x="1474047" y="860888"/>
          <a:ext cx="2081635" cy="361275"/>
        </a:xfrm>
        <a:custGeom>
          <a:avLst/>
          <a:gdLst/>
          <a:ahLst/>
          <a:cxnLst/>
          <a:rect l="0" t="0" r="0" b="0"/>
          <a:pathLst>
            <a:path>
              <a:moveTo>
                <a:pt x="2081635" y="0"/>
              </a:moveTo>
              <a:lnTo>
                <a:pt x="2081635" y="180637"/>
              </a:lnTo>
              <a:lnTo>
                <a:pt x="0" y="180637"/>
              </a:lnTo>
              <a:lnTo>
                <a:pt x="0" y="361275"/>
              </a:lnTo>
            </a:path>
          </a:pathLst>
        </a:cu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74FAB5-E8B5-4733-8972-3094C5E3EF85}">
      <dsp:nvSpPr>
        <dsp:cNvPr id="0" name=""/>
        <dsp:cNvSpPr/>
      </dsp:nvSpPr>
      <dsp:spPr>
        <a:xfrm>
          <a:off x="3125592" y="707"/>
          <a:ext cx="860180" cy="860180"/>
        </a:xfrm>
        <a:prstGeom prst="arc">
          <a:avLst>
            <a:gd name="adj1" fmla="val 13200000"/>
            <a:gd name="adj2" fmla="val 19200000"/>
          </a:avLst>
        </a:pr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DB2CF1-E781-438B-BF14-806949E7A71E}">
      <dsp:nvSpPr>
        <dsp:cNvPr id="0" name=""/>
        <dsp:cNvSpPr/>
      </dsp:nvSpPr>
      <dsp:spPr>
        <a:xfrm>
          <a:off x="3125592" y="707"/>
          <a:ext cx="860180" cy="860180"/>
        </a:xfrm>
        <a:prstGeom prst="arc">
          <a:avLst>
            <a:gd name="adj1" fmla="val 2400000"/>
            <a:gd name="adj2" fmla="val 8400000"/>
          </a:avLst>
        </a:pr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028F64-E104-48FE-B868-C0304FDAAB33}">
      <dsp:nvSpPr>
        <dsp:cNvPr id="0" name=""/>
        <dsp:cNvSpPr/>
      </dsp:nvSpPr>
      <dsp:spPr>
        <a:xfrm>
          <a:off x="2695502" y="155540"/>
          <a:ext cx="1720360" cy="550515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3600" kern="1200" dirty="0" err="1" smtClean="0">
              <a:solidFill>
                <a:schemeClr val="tx1"/>
              </a:solidFill>
            </a:rPr>
            <a:t>grunt</a:t>
          </a:r>
          <a:endParaRPr lang="de-CH" sz="3600" kern="1200" dirty="0">
            <a:solidFill>
              <a:schemeClr val="tx1"/>
            </a:solidFill>
          </a:endParaRPr>
        </a:p>
      </dsp:txBody>
      <dsp:txXfrm>
        <a:off x="2695502" y="155540"/>
        <a:ext cx="1720360" cy="550515"/>
      </dsp:txXfrm>
    </dsp:sp>
    <dsp:sp modelId="{6A3382EA-080F-44EF-A0FD-107AC58197C2}">
      <dsp:nvSpPr>
        <dsp:cNvPr id="0" name=""/>
        <dsp:cNvSpPr/>
      </dsp:nvSpPr>
      <dsp:spPr>
        <a:xfrm>
          <a:off x="1043957" y="1222163"/>
          <a:ext cx="860180" cy="860180"/>
        </a:xfrm>
        <a:prstGeom prst="arc">
          <a:avLst>
            <a:gd name="adj1" fmla="val 13200000"/>
            <a:gd name="adj2" fmla="val 19200000"/>
          </a:avLst>
        </a:pr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993E3F-C29C-4C98-9C56-B89F2CEBA85C}">
      <dsp:nvSpPr>
        <dsp:cNvPr id="0" name=""/>
        <dsp:cNvSpPr/>
      </dsp:nvSpPr>
      <dsp:spPr>
        <a:xfrm>
          <a:off x="1043957" y="1222163"/>
          <a:ext cx="860180" cy="860180"/>
        </a:xfrm>
        <a:prstGeom prst="arc">
          <a:avLst>
            <a:gd name="adj1" fmla="val 2400000"/>
            <a:gd name="adj2" fmla="val 8400000"/>
          </a:avLst>
        </a:pr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7977DF-E2A4-415F-8600-5E6B4175B054}">
      <dsp:nvSpPr>
        <dsp:cNvPr id="0" name=""/>
        <dsp:cNvSpPr/>
      </dsp:nvSpPr>
      <dsp:spPr>
        <a:xfrm>
          <a:off x="613867" y="1376996"/>
          <a:ext cx="1720360" cy="550515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3600" kern="1200" dirty="0" err="1" smtClean="0">
              <a:solidFill>
                <a:schemeClr val="tx1"/>
              </a:solidFill>
            </a:rPr>
            <a:t>nodejs</a:t>
          </a:r>
          <a:endParaRPr lang="de-CH" sz="3600" kern="1200" dirty="0">
            <a:solidFill>
              <a:schemeClr val="tx1"/>
            </a:solidFill>
          </a:endParaRPr>
        </a:p>
      </dsp:txBody>
      <dsp:txXfrm>
        <a:off x="613867" y="1376996"/>
        <a:ext cx="1720360" cy="550515"/>
      </dsp:txXfrm>
    </dsp:sp>
    <dsp:sp modelId="{56FF1FF5-4632-4581-A046-5CB8E5A8950C}">
      <dsp:nvSpPr>
        <dsp:cNvPr id="0" name=""/>
        <dsp:cNvSpPr/>
      </dsp:nvSpPr>
      <dsp:spPr>
        <a:xfrm>
          <a:off x="2162191" y="2443619"/>
          <a:ext cx="860180" cy="860180"/>
        </a:xfrm>
        <a:prstGeom prst="arc">
          <a:avLst>
            <a:gd name="adj1" fmla="val 13200000"/>
            <a:gd name="adj2" fmla="val 19200000"/>
          </a:avLst>
        </a:pr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B00F2F-3C88-489D-A2CD-97B881947FAF}">
      <dsp:nvSpPr>
        <dsp:cNvPr id="0" name=""/>
        <dsp:cNvSpPr/>
      </dsp:nvSpPr>
      <dsp:spPr>
        <a:xfrm>
          <a:off x="2162191" y="2443619"/>
          <a:ext cx="860180" cy="860180"/>
        </a:xfrm>
        <a:prstGeom prst="arc">
          <a:avLst>
            <a:gd name="adj1" fmla="val 2400000"/>
            <a:gd name="adj2" fmla="val 8400000"/>
          </a:avLst>
        </a:pr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CDBF48-9B4A-4ADD-95EE-9F5212D9B1DD}">
      <dsp:nvSpPr>
        <dsp:cNvPr id="0" name=""/>
        <dsp:cNvSpPr/>
      </dsp:nvSpPr>
      <dsp:spPr>
        <a:xfrm>
          <a:off x="1732101" y="2598451"/>
          <a:ext cx="1720360" cy="550515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3600" kern="1200" dirty="0" err="1" smtClean="0">
              <a:solidFill>
                <a:schemeClr val="tx1"/>
              </a:solidFill>
            </a:rPr>
            <a:t>bower</a:t>
          </a:r>
          <a:endParaRPr lang="de-CH" sz="3600" kern="1200" dirty="0">
            <a:solidFill>
              <a:schemeClr val="tx1"/>
            </a:solidFill>
          </a:endParaRPr>
        </a:p>
      </dsp:txBody>
      <dsp:txXfrm>
        <a:off x="1732101" y="2598451"/>
        <a:ext cx="1720360" cy="550515"/>
      </dsp:txXfrm>
    </dsp:sp>
    <dsp:sp modelId="{352BD33C-61AC-4E6D-B103-16568105DDC9}">
      <dsp:nvSpPr>
        <dsp:cNvPr id="0" name=""/>
        <dsp:cNvSpPr/>
      </dsp:nvSpPr>
      <dsp:spPr>
        <a:xfrm>
          <a:off x="3125592" y="1222163"/>
          <a:ext cx="860180" cy="860180"/>
        </a:xfrm>
        <a:prstGeom prst="arc">
          <a:avLst>
            <a:gd name="adj1" fmla="val 13200000"/>
            <a:gd name="adj2" fmla="val 19200000"/>
          </a:avLst>
        </a:pr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E3F3FB-D902-40D2-9E75-CFCCF8A7A0C5}">
      <dsp:nvSpPr>
        <dsp:cNvPr id="0" name=""/>
        <dsp:cNvSpPr/>
      </dsp:nvSpPr>
      <dsp:spPr>
        <a:xfrm>
          <a:off x="3125592" y="1222163"/>
          <a:ext cx="860180" cy="860180"/>
        </a:xfrm>
        <a:prstGeom prst="arc">
          <a:avLst>
            <a:gd name="adj1" fmla="val 2400000"/>
            <a:gd name="adj2" fmla="val 8400000"/>
          </a:avLst>
        </a:pr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D3CD36-8CFB-44EB-8987-561AF3285B42}">
      <dsp:nvSpPr>
        <dsp:cNvPr id="0" name=""/>
        <dsp:cNvSpPr/>
      </dsp:nvSpPr>
      <dsp:spPr>
        <a:xfrm>
          <a:off x="2695502" y="1376996"/>
          <a:ext cx="1720360" cy="550515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3600" kern="1200" dirty="0" err="1" smtClean="0">
              <a:solidFill>
                <a:schemeClr val="tx1"/>
              </a:solidFill>
            </a:rPr>
            <a:t>ruby</a:t>
          </a:r>
          <a:endParaRPr lang="de-CH" sz="3600" kern="1200" dirty="0">
            <a:solidFill>
              <a:schemeClr val="tx1"/>
            </a:solidFill>
          </a:endParaRPr>
        </a:p>
      </dsp:txBody>
      <dsp:txXfrm>
        <a:off x="2695502" y="1376996"/>
        <a:ext cx="1720360" cy="550515"/>
      </dsp:txXfrm>
    </dsp:sp>
    <dsp:sp modelId="{18A66A71-3E2F-4E49-BF00-B217CA8E5871}">
      <dsp:nvSpPr>
        <dsp:cNvPr id="0" name=""/>
        <dsp:cNvSpPr/>
      </dsp:nvSpPr>
      <dsp:spPr>
        <a:xfrm>
          <a:off x="4243827" y="2443619"/>
          <a:ext cx="860180" cy="860180"/>
        </a:xfrm>
        <a:prstGeom prst="arc">
          <a:avLst>
            <a:gd name="adj1" fmla="val 13200000"/>
            <a:gd name="adj2" fmla="val 19200000"/>
          </a:avLst>
        </a:pr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816A85-90DC-485C-9CE2-D101CDE168BE}">
      <dsp:nvSpPr>
        <dsp:cNvPr id="0" name=""/>
        <dsp:cNvSpPr/>
      </dsp:nvSpPr>
      <dsp:spPr>
        <a:xfrm>
          <a:off x="4243827" y="2443619"/>
          <a:ext cx="860180" cy="860180"/>
        </a:xfrm>
        <a:prstGeom prst="arc">
          <a:avLst>
            <a:gd name="adj1" fmla="val 2400000"/>
            <a:gd name="adj2" fmla="val 8400000"/>
          </a:avLst>
        </a:pr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FC7F58-E5F2-47CD-B7BC-7D23DC9F518B}">
      <dsp:nvSpPr>
        <dsp:cNvPr id="0" name=""/>
        <dsp:cNvSpPr/>
      </dsp:nvSpPr>
      <dsp:spPr>
        <a:xfrm>
          <a:off x="3813736" y="2598451"/>
          <a:ext cx="1720360" cy="550515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3600" kern="1200" dirty="0" err="1" smtClean="0">
              <a:solidFill>
                <a:schemeClr val="tx1"/>
              </a:solidFill>
            </a:rPr>
            <a:t>compass</a:t>
          </a:r>
          <a:endParaRPr lang="de-CH" sz="3600" kern="1200" dirty="0">
            <a:solidFill>
              <a:schemeClr val="tx1"/>
            </a:solidFill>
          </a:endParaRPr>
        </a:p>
      </dsp:txBody>
      <dsp:txXfrm>
        <a:off x="3813736" y="2598451"/>
        <a:ext cx="1720360" cy="550515"/>
      </dsp:txXfrm>
    </dsp:sp>
    <dsp:sp modelId="{C10DB259-CEE6-4387-82D4-249161CFA168}">
      <dsp:nvSpPr>
        <dsp:cNvPr id="0" name=""/>
        <dsp:cNvSpPr/>
      </dsp:nvSpPr>
      <dsp:spPr>
        <a:xfrm>
          <a:off x="4243827" y="3665074"/>
          <a:ext cx="860180" cy="860180"/>
        </a:xfrm>
        <a:prstGeom prst="arc">
          <a:avLst>
            <a:gd name="adj1" fmla="val 13200000"/>
            <a:gd name="adj2" fmla="val 19200000"/>
          </a:avLst>
        </a:pr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61C9A0-B908-4162-833B-1A4B7E9A3223}">
      <dsp:nvSpPr>
        <dsp:cNvPr id="0" name=""/>
        <dsp:cNvSpPr/>
      </dsp:nvSpPr>
      <dsp:spPr>
        <a:xfrm>
          <a:off x="4243827" y="3665074"/>
          <a:ext cx="860180" cy="860180"/>
        </a:xfrm>
        <a:prstGeom prst="arc">
          <a:avLst>
            <a:gd name="adj1" fmla="val 2400000"/>
            <a:gd name="adj2" fmla="val 8400000"/>
          </a:avLst>
        </a:pr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79F395-391F-4017-9996-17DBC75E016A}">
      <dsp:nvSpPr>
        <dsp:cNvPr id="0" name=""/>
        <dsp:cNvSpPr/>
      </dsp:nvSpPr>
      <dsp:spPr>
        <a:xfrm>
          <a:off x="3813736" y="3819907"/>
          <a:ext cx="1720360" cy="550515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3600" kern="1200" dirty="0" smtClean="0">
              <a:solidFill>
                <a:schemeClr val="tx1"/>
              </a:solidFill>
            </a:rPr>
            <a:t>sass</a:t>
          </a:r>
          <a:endParaRPr lang="de-CH" sz="3600" kern="1200" dirty="0">
            <a:solidFill>
              <a:schemeClr val="tx1"/>
            </a:solidFill>
          </a:endParaRPr>
        </a:p>
      </dsp:txBody>
      <dsp:txXfrm>
        <a:off x="3813736" y="3819907"/>
        <a:ext cx="1720360" cy="550515"/>
      </dsp:txXfrm>
    </dsp:sp>
    <dsp:sp modelId="{BA1263CD-C5C7-40A0-8B38-F0010BC0D6FA}">
      <dsp:nvSpPr>
        <dsp:cNvPr id="0" name=""/>
        <dsp:cNvSpPr/>
      </dsp:nvSpPr>
      <dsp:spPr>
        <a:xfrm>
          <a:off x="5207228" y="1222163"/>
          <a:ext cx="860180" cy="860180"/>
        </a:xfrm>
        <a:prstGeom prst="arc">
          <a:avLst>
            <a:gd name="adj1" fmla="val 13200000"/>
            <a:gd name="adj2" fmla="val 19200000"/>
          </a:avLst>
        </a:pr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6AEED3-A96C-4B67-933D-3106BC284A1E}">
      <dsp:nvSpPr>
        <dsp:cNvPr id="0" name=""/>
        <dsp:cNvSpPr/>
      </dsp:nvSpPr>
      <dsp:spPr>
        <a:xfrm>
          <a:off x="5207228" y="1222163"/>
          <a:ext cx="860180" cy="860180"/>
        </a:xfrm>
        <a:prstGeom prst="arc">
          <a:avLst>
            <a:gd name="adj1" fmla="val 2400000"/>
            <a:gd name="adj2" fmla="val 8400000"/>
          </a:avLst>
        </a:pr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DE0979-E87C-4F77-9740-CF523A7964DF}">
      <dsp:nvSpPr>
        <dsp:cNvPr id="0" name=""/>
        <dsp:cNvSpPr/>
      </dsp:nvSpPr>
      <dsp:spPr>
        <a:xfrm>
          <a:off x="4777138" y="1376996"/>
          <a:ext cx="1720360" cy="550515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3600" kern="1200" dirty="0" err="1" smtClean="0">
              <a:solidFill>
                <a:schemeClr val="tx1"/>
              </a:solidFill>
            </a:rPr>
            <a:t>xsltproc</a:t>
          </a:r>
          <a:endParaRPr lang="de-CH" sz="3600" kern="1200" dirty="0">
            <a:solidFill>
              <a:schemeClr val="tx1"/>
            </a:solidFill>
          </a:endParaRPr>
        </a:p>
      </dsp:txBody>
      <dsp:txXfrm>
        <a:off x="4777138" y="1376996"/>
        <a:ext cx="1720360" cy="550515"/>
      </dsp:txXfrm>
    </dsp:sp>
    <dsp:sp modelId="{178A5CB2-9B7D-4DFB-BB48-CA5DB34A9B81}">
      <dsp:nvSpPr>
        <dsp:cNvPr id="0" name=""/>
        <dsp:cNvSpPr/>
      </dsp:nvSpPr>
      <dsp:spPr>
        <a:xfrm>
          <a:off x="6325462" y="2443619"/>
          <a:ext cx="860180" cy="860180"/>
        </a:xfrm>
        <a:prstGeom prst="arc">
          <a:avLst>
            <a:gd name="adj1" fmla="val 13200000"/>
            <a:gd name="adj2" fmla="val 19200000"/>
          </a:avLst>
        </a:pr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DA573E-AD29-4D7E-83DE-FD303662EC30}">
      <dsp:nvSpPr>
        <dsp:cNvPr id="0" name=""/>
        <dsp:cNvSpPr/>
      </dsp:nvSpPr>
      <dsp:spPr>
        <a:xfrm>
          <a:off x="6325462" y="2443619"/>
          <a:ext cx="860180" cy="860180"/>
        </a:xfrm>
        <a:prstGeom prst="arc">
          <a:avLst>
            <a:gd name="adj1" fmla="val 2400000"/>
            <a:gd name="adj2" fmla="val 8400000"/>
          </a:avLst>
        </a:pr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9550C2-A3C8-4BFF-80E8-ECD5D9D8ABE7}">
      <dsp:nvSpPr>
        <dsp:cNvPr id="0" name=""/>
        <dsp:cNvSpPr/>
      </dsp:nvSpPr>
      <dsp:spPr>
        <a:xfrm>
          <a:off x="5895372" y="2598451"/>
          <a:ext cx="1720360" cy="550515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3600" kern="1200" dirty="0" err="1" smtClean="0">
              <a:solidFill>
                <a:schemeClr val="tx1"/>
              </a:solidFill>
            </a:rPr>
            <a:t>xml</a:t>
          </a:r>
          <a:endParaRPr lang="de-CH" sz="3600" kern="1200" dirty="0">
            <a:solidFill>
              <a:schemeClr val="tx1"/>
            </a:solidFill>
          </a:endParaRPr>
        </a:p>
      </dsp:txBody>
      <dsp:txXfrm>
        <a:off x="5895372" y="2598451"/>
        <a:ext cx="1720360" cy="550515"/>
      </dsp:txXfrm>
    </dsp:sp>
    <dsp:sp modelId="{03BE2ED1-ACEA-4073-A457-C4221C3A615B}">
      <dsp:nvSpPr>
        <dsp:cNvPr id="0" name=""/>
        <dsp:cNvSpPr/>
      </dsp:nvSpPr>
      <dsp:spPr>
        <a:xfrm>
          <a:off x="6325462" y="3665074"/>
          <a:ext cx="860180" cy="860180"/>
        </a:xfrm>
        <a:prstGeom prst="arc">
          <a:avLst>
            <a:gd name="adj1" fmla="val 13200000"/>
            <a:gd name="adj2" fmla="val 19200000"/>
          </a:avLst>
        </a:pr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BCF51F-2B50-415A-BA15-A28B2710F58D}">
      <dsp:nvSpPr>
        <dsp:cNvPr id="0" name=""/>
        <dsp:cNvSpPr/>
      </dsp:nvSpPr>
      <dsp:spPr>
        <a:xfrm>
          <a:off x="6325462" y="3665074"/>
          <a:ext cx="860180" cy="860180"/>
        </a:xfrm>
        <a:prstGeom prst="arc">
          <a:avLst>
            <a:gd name="adj1" fmla="val 2400000"/>
            <a:gd name="adj2" fmla="val 8400000"/>
          </a:avLst>
        </a:pr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9267A5-F098-4957-9038-D70BC9E6147F}">
      <dsp:nvSpPr>
        <dsp:cNvPr id="0" name=""/>
        <dsp:cNvSpPr/>
      </dsp:nvSpPr>
      <dsp:spPr>
        <a:xfrm>
          <a:off x="5895372" y="3819907"/>
          <a:ext cx="1720360" cy="550515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3600" kern="1200" dirty="0" err="1" smtClean="0">
              <a:solidFill>
                <a:schemeClr val="tx1"/>
              </a:solidFill>
            </a:rPr>
            <a:t>xslt</a:t>
          </a:r>
          <a:endParaRPr lang="de-CH" sz="3600" kern="1200" dirty="0">
            <a:solidFill>
              <a:schemeClr val="tx1"/>
            </a:solidFill>
          </a:endParaRPr>
        </a:p>
      </dsp:txBody>
      <dsp:txXfrm>
        <a:off x="5895372" y="3819907"/>
        <a:ext cx="1720360" cy="5505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54F1FE-AB8F-49E4-9C3F-5A900B8DA14A}">
      <dsp:nvSpPr>
        <dsp:cNvPr id="0" name=""/>
        <dsp:cNvSpPr/>
      </dsp:nvSpPr>
      <dsp:spPr>
        <a:xfrm>
          <a:off x="3661357" y="611486"/>
          <a:ext cx="1578463" cy="3519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821"/>
              </a:lnTo>
              <a:lnTo>
                <a:pt x="1578463" y="209821"/>
              </a:lnTo>
              <a:lnTo>
                <a:pt x="1578463" y="351958"/>
              </a:lnTo>
            </a:path>
          </a:pathLst>
        </a:cu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BC3D37-E917-4F92-A145-A6417EAF9414}">
      <dsp:nvSpPr>
        <dsp:cNvPr id="0" name=""/>
        <dsp:cNvSpPr/>
      </dsp:nvSpPr>
      <dsp:spPr>
        <a:xfrm>
          <a:off x="5239820" y="2533718"/>
          <a:ext cx="789231" cy="3519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821"/>
              </a:lnTo>
              <a:lnTo>
                <a:pt x="789231" y="209821"/>
              </a:lnTo>
              <a:lnTo>
                <a:pt x="789231" y="351958"/>
              </a:lnTo>
            </a:path>
          </a:pathLst>
        </a:cu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B7E19C-CCD2-458D-82C9-73D6FDC540D0}">
      <dsp:nvSpPr>
        <dsp:cNvPr id="0" name=""/>
        <dsp:cNvSpPr/>
      </dsp:nvSpPr>
      <dsp:spPr>
        <a:xfrm>
          <a:off x="4450589" y="3494834"/>
          <a:ext cx="1578463" cy="3519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821"/>
              </a:lnTo>
              <a:lnTo>
                <a:pt x="1578463" y="209821"/>
              </a:lnTo>
              <a:lnTo>
                <a:pt x="1578463" y="351958"/>
              </a:lnTo>
            </a:path>
          </a:pathLst>
        </a:cu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0178F6-8BA5-4CAA-AB38-08D90C3E0231}">
      <dsp:nvSpPr>
        <dsp:cNvPr id="0" name=""/>
        <dsp:cNvSpPr/>
      </dsp:nvSpPr>
      <dsp:spPr>
        <a:xfrm>
          <a:off x="4404869" y="3494834"/>
          <a:ext cx="91440" cy="35195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1958"/>
              </a:lnTo>
            </a:path>
          </a:pathLst>
        </a:cu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DC4E48-2F59-4885-9894-06583DD959FD}">
      <dsp:nvSpPr>
        <dsp:cNvPr id="0" name=""/>
        <dsp:cNvSpPr/>
      </dsp:nvSpPr>
      <dsp:spPr>
        <a:xfrm>
          <a:off x="2872125" y="3494834"/>
          <a:ext cx="1578463" cy="351958"/>
        </a:xfrm>
        <a:custGeom>
          <a:avLst/>
          <a:gdLst/>
          <a:ahLst/>
          <a:cxnLst/>
          <a:rect l="0" t="0" r="0" b="0"/>
          <a:pathLst>
            <a:path>
              <a:moveTo>
                <a:pt x="1578463" y="0"/>
              </a:moveTo>
              <a:lnTo>
                <a:pt x="1578463" y="209821"/>
              </a:lnTo>
              <a:lnTo>
                <a:pt x="0" y="209821"/>
              </a:lnTo>
              <a:lnTo>
                <a:pt x="0" y="351958"/>
              </a:lnTo>
            </a:path>
          </a:pathLst>
        </a:cu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EAD3AF-1E26-4F7F-9984-AE183063CE45}">
      <dsp:nvSpPr>
        <dsp:cNvPr id="0" name=""/>
        <dsp:cNvSpPr/>
      </dsp:nvSpPr>
      <dsp:spPr>
        <a:xfrm>
          <a:off x="4450589" y="2533718"/>
          <a:ext cx="789231" cy="351958"/>
        </a:xfrm>
        <a:custGeom>
          <a:avLst/>
          <a:gdLst/>
          <a:ahLst/>
          <a:cxnLst/>
          <a:rect l="0" t="0" r="0" b="0"/>
          <a:pathLst>
            <a:path>
              <a:moveTo>
                <a:pt x="789231" y="0"/>
              </a:moveTo>
              <a:lnTo>
                <a:pt x="789231" y="209821"/>
              </a:lnTo>
              <a:lnTo>
                <a:pt x="0" y="209821"/>
              </a:lnTo>
              <a:lnTo>
                <a:pt x="0" y="351958"/>
              </a:lnTo>
            </a:path>
          </a:pathLst>
        </a:cu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CBB703-2C39-41B5-B0C0-A73632B3B4CA}">
      <dsp:nvSpPr>
        <dsp:cNvPr id="0" name=""/>
        <dsp:cNvSpPr/>
      </dsp:nvSpPr>
      <dsp:spPr>
        <a:xfrm>
          <a:off x="3661357" y="1572602"/>
          <a:ext cx="1578463" cy="3519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821"/>
              </a:lnTo>
              <a:lnTo>
                <a:pt x="1578463" y="209821"/>
              </a:lnTo>
              <a:lnTo>
                <a:pt x="1578463" y="351958"/>
              </a:lnTo>
            </a:path>
          </a:pathLst>
        </a:cu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F64328-674A-4B39-AD1C-B218377C8044}">
      <dsp:nvSpPr>
        <dsp:cNvPr id="0" name=""/>
        <dsp:cNvSpPr/>
      </dsp:nvSpPr>
      <dsp:spPr>
        <a:xfrm>
          <a:off x="3615637" y="1572602"/>
          <a:ext cx="91440" cy="35195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1958"/>
              </a:lnTo>
            </a:path>
          </a:pathLst>
        </a:cu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4F829E-A450-4245-B9EB-0721C4C7EE81}">
      <dsp:nvSpPr>
        <dsp:cNvPr id="0" name=""/>
        <dsp:cNvSpPr/>
      </dsp:nvSpPr>
      <dsp:spPr>
        <a:xfrm>
          <a:off x="2082894" y="1572602"/>
          <a:ext cx="1578463" cy="351958"/>
        </a:xfrm>
        <a:custGeom>
          <a:avLst/>
          <a:gdLst/>
          <a:ahLst/>
          <a:cxnLst/>
          <a:rect l="0" t="0" r="0" b="0"/>
          <a:pathLst>
            <a:path>
              <a:moveTo>
                <a:pt x="1578463" y="0"/>
              </a:moveTo>
              <a:lnTo>
                <a:pt x="1578463" y="209821"/>
              </a:lnTo>
              <a:lnTo>
                <a:pt x="0" y="209821"/>
              </a:lnTo>
              <a:lnTo>
                <a:pt x="0" y="351958"/>
              </a:lnTo>
            </a:path>
          </a:pathLst>
        </a:cu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3E20C6-575B-40C3-994D-ADCC86C99563}">
      <dsp:nvSpPr>
        <dsp:cNvPr id="0" name=""/>
        <dsp:cNvSpPr/>
      </dsp:nvSpPr>
      <dsp:spPr>
        <a:xfrm>
          <a:off x="3615637" y="611486"/>
          <a:ext cx="91440" cy="35195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1958"/>
              </a:lnTo>
            </a:path>
          </a:pathLst>
        </a:cu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A3CD3A-8D7B-4427-8059-32491F2822A4}">
      <dsp:nvSpPr>
        <dsp:cNvPr id="0" name=""/>
        <dsp:cNvSpPr/>
      </dsp:nvSpPr>
      <dsp:spPr>
        <a:xfrm>
          <a:off x="2082894" y="611486"/>
          <a:ext cx="1578463" cy="351958"/>
        </a:xfrm>
        <a:custGeom>
          <a:avLst/>
          <a:gdLst/>
          <a:ahLst/>
          <a:cxnLst/>
          <a:rect l="0" t="0" r="0" b="0"/>
          <a:pathLst>
            <a:path>
              <a:moveTo>
                <a:pt x="1578463" y="0"/>
              </a:moveTo>
              <a:lnTo>
                <a:pt x="1578463" y="209821"/>
              </a:lnTo>
              <a:lnTo>
                <a:pt x="0" y="209821"/>
              </a:lnTo>
              <a:lnTo>
                <a:pt x="0" y="351958"/>
              </a:lnTo>
            </a:path>
          </a:pathLst>
        </a:custGeom>
        <a:noFill/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8EDB6F-2A97-48AC-851D-E95746C5B705}">
      <dsp:nvSpPr>
        <dsp:cNvPr id="0" name=""/>
        <dsp:cNvSpPr/>
      </dsp:nvSpPr>
      <dsp:spPr>
        <a:xfrm>
          <a:off x="3073089" y="2327"/>
          <a:ext cx="1176535" cy="609158"/>
        </a:xfrm>
        <a:prstGeom prst="rect">
          <a:avLst/>
        </a:prstGeom>
        <a:solidFill>
          <a:srgbClr val="3AAEBB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85959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1700" kern="1200" dirty="0" smtClean="0"/>
            <a:t>/</a:t>
          </a:r>
          <a:endParaRPr lang="de-CH" sz="1700" kern="1200" dirty="0"/>
        </a:p>
      </dsp:txBody>
      <dsp:txXfrm>
        <a:off x="3073089" y="2327"/>
        <a:ext cx="1176535" cy="609158"/>
      </dsp:txXfrm>
    </dsp:sp>
    <dsp:sp modelId="{78D7F5A3-06E3-446F-BE0C-C42BAA8ADA8E}">
      <dsp:nvSpPr>
        <dsp:cNvPr id="0" name=""/>
        <dsp:cNvSpPr/>
      </dsp:nvSpPr>
      <dsp:spPr>
        <a:xfrm>
          <a:off x="3308396" y="476117"/>
          <a:ext cx="1058882" cy="2030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lvl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CH" sz="1300" kern="1200"/>
        </a:p>
      </dsp:txBody>
      <dsp:txXfrm>
        <a:off x="3308396" y="476117"/>
        <a:ext cx="1058882" cy="203052"/>
      </dsp:txXfrm>
    </dsp:sp>
    <dsp:sp modelId="{1E77D035-267E-4156-B546-141798068E88}">
      <dsp:nvSpPr>
        <dsp:cNvPr id="0" name=""/>
        <dsp:cNvSpPr/>
      </dsp:nvSpPr>
      <dsp:spPr>
        <a:xfrm>
          <a:off x="1494626" y="963444"/>
          <a:ext cx="1176535" cy="609158"/>
        </a:xfrm>
        <a:prstGeom prst="rect">
          <a:avLst/>
        </a:prstGeom>
        <a:solidFill>
          <a:srgbClr val="3AAEBB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85959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1700" kern="1200" dirty="0" err="1" smtClean="0"/>
            <a:t>app</a:t>
          </a:r>
          <a:endParaRPr lang="de-CH" sz="1700" kern="1200" dirty="0"/>
        </a:p>
      </dsp:txBody>
      <dsp:txXfrm>
        <a:off x="1494626" y="963444"/>
        <a:ext cx="1176535" cy="609158"/>
      </dsp:txXfrm>
    </dsp:sp>
    <dsp:sp modelId="{D1D7FA07-045A-469A-877B-E61BA29F31DA}">
      <dsp:nvSpPr>
        <dsp:cNvPr id="0" name=""/>
        <dsp:cNvSpPr/>
      </dsp:nvSpPr>
      <dsp:spPr>
        <a:xfrm>
          <a:off x="1729933" y="1437233"/>
          <a:ext cx="1058882" cy="2030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lvl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1300" kern="1200" dirty="0" smtClean="0"/>
            <a:t>PHP</a:t>
          </a:r>
          <a:endParaRPr lang="de-CH" sz="1300" kern="1200" dirty="0"/>
        </a:p>
      </dsp:txBody>
      <dsp:txXfrm>
        <a:off x="1729933" y="1437233"/>
        <a:ext cx="1058882" cy="203052"/>
      </dsp:txXfrm>
    </dsp:sp>
    <dsp:sp modelId="{5FB05736-C125-45CB-ABF4-9688A25D9B99}">
      <dsp:nvSpPr>
        <dsp:cNvPr id="0" name=""/>
        <dsp:cNvSpPr/>
      </dsp:nvSpPr>
      <dsp:spPr>
        <a:xfrm>
          <a:off x="3073089" y="963444"/>
          <a:ext cx="1176535" cy="609158"/>
        </a:xfrm>
        <a:prstGeom prst="rect">
          <a:avLst/>
        </a:prstGeom>
        <a:solidFill>
          <a:srgbClr val="3AAEBB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85959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1700" kern="1200" dirty="0" err="1" smtClean="0"/>
            <a:t>public</a:t>
          </a:r>
          <a:endParaRPr lang="de-CH" sz="1700" kern="1200" dirty="0"/>
        </a:p>
      </dsp:txBody>
      <dsp:txXfrm>
        <a:off x="3073089" y="963444"/>
        <a:ext cx="1176535" cy="609158"/>
      </dsp:txXfrm>
    </dsp:sp>
    <dsp:sp modelId="{5B76DF9E-B326-420B-8C17-CFB3D2B83852}">
      <dsp:nvSpPr>
        <dsp:cNvPr id="0" name=""/>
        <dsp:cNvSpPr/>
      </dsp:nvSpPr>
      <dsp:spPr>
        <a:xfrm>
          <a:off x="3308396" y="1437233"/>
          <a:ext cx="1058882" cy="2030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lvl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1300" kern="1200" dirty="0" smtClean="0"/>
            <a:t>Client </a:t>
          </a:r>
          <a:r>
            <a:rPr lang="de-CH" sz="1300" kern="1200" dirty="0" err="1" smtClean="0"/>
            <a:t>code</a:t>
          </a:r>
          <a:endParaRPr lang="de-CH" sz="1300" kern="1200" dirty="0"/>
        </a:p>
      </dsp:txBody>
      <dsp:txXfrm>
        <a:off x="3308396" y="1437233"/>
        <a:ext cx="1058882" cy="203052"/>
      </dsp:txXfrm>
    </dsp:sp>
    <dsp:sp modelId="{A10DCBBB-58BD-41E6-A0CE-179E520C3489}">
      <dsp:nvSpPr>
        <dsp:cNvPr id="0" name=""/>
        <dsp:cNvSpPr/>
      </dsp:nvSpPr>
      <dsp:spPr>
        <a:xfrm>
          <a:off x="1494626" y="1924560"/>
          <a:ext cx="1176535" cy="609158"/>
        </a:xfrm>
        <a:prstGeom prst="rect">
          <a:avLst/>
        </a:prstGeom>
        <a:solidFill>
          <a:srgbClr val="3AAEBB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85959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1700" kern="1200" dirty="0" err="1" smtClean="0"/>
            <a:t>components</a:t>
          </a:r>
          <a:endParaRPr lang="de-CH" sz="1700" kern="1200" dirty="0"/>
        </a:p>
      </dsp:txBody>
      <dsp:txXfrm>
        <a:off x="1494626" y="1924560"/>
        <a:ext cx="1176535" cy="609158"/>
      </dsp:txXfrm>
    </dsp:sp>
    <dsp:sp modelId="{EA948EDD-8C9A-475A-BAA8-19B8223D3F17}">
      <dsp:nvSpPr>
        <dsp:cNvPr id="0" name=""/>
        <dsp:cNvSpPr/>
      </dsp:nvSpPr>
      <dsp:spPr>
        <a:xfrm>
          <a:off x="1729933" y="2398349"/>
          <a:ext cx="1058882" cy="2030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lvl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1300" kern="1200" dirty="0" smtClean="0"/>
            <a:t>Bower</a:t>
          </a:r>
          <a:endParaRPr lang="de-CH" sz="1300" kern="1200" dirty="0"/>
        </a:p>
      </dsp:txBody>
      <dsp:txXfrm>
        <a:off x="1729933" y="2398349"/>
        <a:ext cx="1058882" cy="203052"/>
      </dsp:txXfrm>
    </dsp:sp>
    <dsp:sp modelId="{7713B033-7530-4166-BD36-BD6B63F07B3F}">
      <dsp:nvSpPr>
        <dsp:cNvPr id="0" name=""/>
        <dsp:cNvSpPr/>
      </dsp:nvSpPr>
      <dsp:spPr>
        <a:xfrm>
          <a:off x="3073089" y="1924560"/>
          <a:ext cx="1176535" cy="609158"/>
        </a:xfrm>
        <a:prstGeom prst="rect">
          <a:avLst/>
        </a:prstGeom>
        <a:solidFill>
          <a:srgbClr val="3AAEBB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85959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1700" kern="1200" dirty="0" err="1" smtClean="0"/>
            <a:t>dist</a:t>
          </a:r>
          <a:endParaRPr lang="de-CH" sz="1700" kern="1200" dirty="0"/>
        </a:p>
      </dsp:txBody>
      <dsp:txXfrm>
        <a:off x="3073089" y="1924560"/>
        <a:ext cx="1176535" cy="609158"/>
      </dsp:txXfrm>
    </dsp:sp>
    <dsp:sp modelId="{7D05767B-AF0A-4094-819D-6E67645BFAD8}">
      <dsp:nvSpPr>
        <dsp:cNvPr id="0" name=""/>
        <dsp:cNvSpPr/>
      </dsp:nvSpPr>
      <dsp:spPr>
        <a:xfrm>
          <a:off x="3308396" y="2398349"/>
          <a:ext cx="1058882" cy="2030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lvl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1300" kern="1200" dirty="0" err="1" smtClean="0"/>
            <a:t>Generated</a:t>
          </a:r>
          <a:endParaRPr lang="de-CH" sz="1300" kern="1200" dirty="0"/>
        </a:p>
      </dsp:txBody>
      <dsp:txXfrm>
        <a:off x="3308396" y="2398349"/>
        <a:ext cx="1058882" cy="203052"/>
      </dsp:txXfrm>
    </dsp:sp>
    <dsp:sp modelId="{CFF088DB-FD49-49BA-8AB4-FA5433EC43D8}">
      <dsp:nvSpPr>
        <dsp:cNvPr id="0" name=""/>
        <dsp:cNvSpPr/>
      </dsp:nvSpPr>
      <dsp:spPr>
        <a:xfrm>
          <a:off x="4651552" y="1924560"/>
          <a:ext cx="1176535" cy="609158"/>
        </a:xfrm>
        <a:prstGeom prst="rect">
          <a:avLst/>
        </a:prstGeom>
        <a:solidFill>
          <a:srgbClr val="3AAEBB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85959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1700" kern="1200" dirty="0" err="1" smtClean="0"/>
            <a:t>src</a:t>
          </a:r>
          <a:endParaRPr lang="de-CH" sz="1700" kern="1200" dirty="0"/>
        </a:p>
      </dsp:txBody>
      <dsp:txXfrm>
        <a:off x="4651552" y="1924560"/>
        <a:ext cx="1176535" cy="609158"/>
      </dsp:txXfrm>
    </dsp:sp>
    <dsp:sp modelId="{D0381C63-982D-4225-AA44-71136331C320}">
      <dsp:nvSpPr>
        <dsp:cNvPr id="0" name=""/>
        <dsp:cNvSpPr/>
      </dsp:nvSpPr>
      <dsp:spPr>
        <a:xfrm>
          <a:off x="4886859" y="2398349"/>
          <a:ext cx="1058882" cy="2030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lvl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1300" kern="1200" dirty="0" err="1" smtClean="0"/>
            <a:t>Actual</a:t>
          </a:r>
          <a:r>
            <a:rPr lang="de-CH" sz="1300" kern="1200" dirty="0" smtClean="0"/>
            <a:t> </a:t>
          </a:r>
          <a:r>
            <a:rPr lang="de-CH" sz="1300" kern="1200" dirty="0" err="1" smtClean="0"/>
            <a:t>source</a:t>
          </a:r>
          <a:endParaRPr lang="de-CH" sz="1300" kern="1200" dirty="0"/>
        </a:p>
      </dsp:txBody>
      <dsp:txXfrm>
        <a:off x="4886859" y="2398349"/>
        <a:ext cx="1058882" cy="203052"/>
      </dsp:txXfrm>
    </dsp:sp>
    <dsp:sp modelId="{E55D1D36-7DA5-4BA5-B9A7-FE4DFBC3C746}">
      <dsp:nvSpPr>
        <dsp:cNvPr id="0" name=""/>
        <dsp:cNvSpPr/>
      </dsp:nvSpPr>
      <dsp:spPr>
        <a:xfrm>
          <a:off x="3862321" y="2885676"/>
          <a:ext cx="1176535" cy="609158"/>
        </a:xfrm>
        <a:prstGeom prst="rect">
          <a:avLst/>
        </a:prstGeom>
        <a:solidFill>
          <a:srgbClr val="3AAEBB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85959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1700" kern="1200" dirty="0" err="1" smtClean="0"/>
            <a:t>data</a:t>
          </a:r>
          <a:endParaRPr lang="de-CH" sz="1700" kern="1200" dirty="0"/>
        </a:p>
      </dsp:txBody>
      <dsp:txXfrm>
        <a:off x="3862321" y="2885676"/>
        <a:ext cx="1176535" cy="609158"/>
      </dsp:txXfrm>
    </dsp:sp>
    <dsp:sp modelId="{4322E8DD-FB0F-4DC2-AC48-B7A322346517}">
      <dsp:nvSpPr>
        <dsp:cNvPr id="0" name=""/>
        <dsp:cNvSpPr/>
      </dsp:nvSpPr>
      <dsp:spPr>
        <a:xfrm>
          <a:off x="4097628" y="3359466"/>
          <a:ext cx="1058882" cy="2030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lvl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1300" kern="1200" dirty="0" err="1" smtClean="0"/>
            <a:t>pages</a:t>
          </a:r>
          <a:endParaRPr lang="de-CH" sz="1300" kern="1200" dirty="0"/>
        </a:p>
      </dsp:txBody>
      <dsp:txXfrm>
        <a:off x="4097628" y="3359466"/>
        <a:ext cx="1058882" cy="203052"/>
      </dsp:txXfrm>
    </dsp:sp>
    <dsp:sp modelId="{BBB3BABD-633F-4C8B-BD05-325B7093A415}">
      <dsp:nvSpPr>
        <dsp:cNvPr id="0" name=""/>
        <dsp:cNvSpPr/>
      </dsp:nvSpPr>
      <dsp:spPr>
        <a:xfrm>
          <a:off x="2283857" y="3846792"/>
          <a:ext cx="1176535" cy="609158"/>
        </a:xfrm>
        <a:prstGeom prst="rect">
          <a:avLst/>
        </a:prstGeom>
        <a:solidFill>
          <a:srgbClr val="3AAEBB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85959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1700" kern="1200" dirty="0" err="1" smtClean="0"/>
            <a:t>de_CH</a:t>
          </a:r>
          <a:endParaRPr lang="de-CH" sz="1700" kern="1200" dirty="0"/>
        </a:p>
      </dsp:txBody>
      <dsp:txXfrm>
        <a:off x="2283857" y="3846792"/>
        <a:ext cx="1176535" cy="609158"/>
      </dsp:txXfrm>
    </dsp:sp>
    <dsp:sp modelId="{A06108AB-478C-4F01-91AF-732CE5E7FFB0}">
      <dsp:nvSpPr>
        <dsp:cNvPr id="0" name=""/>
        <dsp:cNvSpPr/>
      </dsp:nvSpPr>
      <dsp:spPr>
        <a:xfrm>
          <a:off x="2519164" y="4320582"/>
          <a:ext cx="1058882" cy="2030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lvl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1300" kern="1200" dirty="0" smtClean="0"/>
            <a:t>Swiss </a:t>
          </a:r>
          <a:r>
            <a:rPr lang="de-CH" sz="1300" kern="1200" dirty="0" err="1" smtClean="0"/>
            <a:t>german</a:t>
          </a:r>
          <a:endParaRPr lang="de-CH" sz="1300" kern="1200" dirty="0"/>
        </a:p>
      </dsp:txBody>
      <dsp:txXfrm>
        <a:off x="2519164" y="4320582"/>
        <a:ext cx="1058882" cy="203052"/>
      </dsp:txXfrm>
    </dsp:sp>
    <dsp:sp modelId="{12C4FB3A-E899-4188-A398-55808883961F}">
      <dsp:nvSpPr>
        <dsp:cNvPr id="0" name=""/>
        <dsp:cNvSpPr/>
      </dsp:nvSpPr>
      <dsp:spPr>
        <a:xfrm>
          <a:off x="3862321" y="3846792"/>
          <a:ext cx="1176535" cy="609158"/>
        </a:xfrm>
        <a:prstGeom prst="rect">
          <a:avLst/>
        </a:prstGeom>
        <a:solidFill>
          <a:srgbClr val="3AAEBB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85959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1700" kern="1200" dirty="0" err="1" smtClean="0"/>
            <a:t>fr_CH</a:t>
          </a:r>
          <a:endParaRPr lang="de-CH" sz="1700" kern="1200" dirty="0"/>
        </a:p>
      </dsp:txBody>
      <dsp:txXfrm>
        <a:off x="3862321" y="3846792"/>
        <a:ext cx="1176535" cy="609158"/>
      </dsp:txXfrm>
    </dsp:sp>
    <dsp:sp modelId="{9E50385F-87A2-4519-8D7C-DEE3F9DF818C}">
      <dsp:nvSpPr>
        <dsp:cNvPr id="0" name=""/>
        <dsp:cNvSpPr/>
      </dsp:nvSpPr>
      <dsp:spPr>
        <a:xfrm>
          <a:off x="4097628" y="4320582"/>
          <a:ext cx="1058882" cy="2030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lvl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1300" kern="1200" dirty="0" smtClean="0"/>
            <a:t>Swiss </a:t>
          </a:r>
          <a:r>
            <a:rPr lang="de-CH" sz="1300" kern="1200" dirty="0" err="1" smtClean="0"/>
            <a:t>french</a:t>
          </a:r>
          <a:endParaRPr lang="de-CH" sz="1300" kern="1200" dirty="0"/>
        </a:p>
      </dsp:txBody>
      <dsp:txXfrm>
        <a:off x="4097628" y="4320582"/>
        <a:ext cx="1058882" cy="203052"/>
      </dsp:txXfrm>
    </dsp:sp>
    <dsp:sp modelId="{BCBD9A34-E482-4234-B069-27AD10781F3F}">
      <dsp:nvSpPr>
        <dsp:cNvPr id="0" name=""/>
        <dsp:cNvSpPr/>
      </dsp:nvSpPr>
      <dsp:spPr>
        <a:xfrm>
          <a:off x="5440784" y="3846792"/>
          <a:ext cx="1176535" cy="609158"/>
        </a:xfrm>
        <a:prstGeom prst="rect">
          <a:avLst/>
        </a:prstGeom>
        <a:solidFill>
          <a:srgbClr val="3AAEBB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85959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1700" kern="1200" dirty="0" err="1" smtClean="0"/>
            <a:t>en_GB</a:t>
          </a:r>
          <a:endParaRPr lang="de-CH" sz="1700" kern="1200" dirty="0"/>
        </a:p>
      </dsp:txBody>
      <dsp:txXfrm>
        <a:off x="5440784" y="3846792"/>
        <a:ext cx="1176535" cy="609158"/>
      </dsp:txXfrm>
    </dsp:sp>
    <dsp:sp modelId="{CA1C5A5E-E956-4AA9-AE7C-0F02D91E53F9}">
      <dsp:nvSpPr>
        <dsp:cNvPr id="0" name=""/>
        <dsp:cNvSpPr/>
      </dsp:nvSpPr>
      <dsp:spPr>
        <a:xfrm>
          <a:off x="5676091" y="4320582"/>
          <a:ext cx="1058882" cy="2030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lvl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1300" kern="1200" dirty="0" smtClean="0"/>
            <a:t>British </a:t>
          </a:r>
          <a:r>
            <a:rPr lang="de-CH" sz="1300" kern="1200" dirty="0" err="1" smtClean="0"/>
            <a:t>english</a:t>
          </a:r>
          <a:endParaRPr lang="de-CH" sz="1300" kern="1200" dirty="0"/>
        </a:p>
      </dsp:txBody>
      <dsp:txXfrm>
        <a:off x="5676091" y="4320582"/>
        <a:ext cx="1058882" cy="203052"/>
      </dsp:txXfrm>
    </dsp:sp>
    <dsp:sp modelId="{4A67424E-A04C-4D2F-8526-217A171F48F2}">
      <dsp:nvSpPr>
        <dsp:cNvPr id="0" name=""/>
        <dsp:cNvSpPr/>
      </dsp:nvSpPr>
      <dsp:spPr>
        <a:xfrm>
          <a:off x="5440784" y="2885676"/>
          <a:ext cx="1176535" cy="609158"/>
        </a:xfrm>
        <a:prstGeom prst="rect">
          <a:avLst/>
        </a:prstGeom>
        <a:solidFill>
          <a:srgbClr val="3AAEBB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85959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1700" kern="1200" dirty="0" smtClean="0"/>
            <a:t>…</a:t>
          </a:r>
          <a:endParaRPr lang="de-CH" sz="1700" kern="1200" dirty="0"/>
        </a:p>
      </dsp:txBody>
      <dsp:txXfrm>
        <a:off x="5440784" y="2885676"/>
        <a:ext cx="1176535" cy="609158"/>
      </dsp:txXfrm>
    </dsp:sp>
    <dsp:sp modelId="{D0EAB12B-A223-448B-A66E-1B6BE5FCB13C}">
      <dsp:nvSpPr>
        <dsp:cNvPr id="0" name=""/>
        <dsp:cNvSpPr/>
      </dsp:nvSpPr>
      <dsp:spPr>
        <a:xfrm>
          <a:off x="5676091" y="3359466"/>
          <a:ext cx="1058882" cy="2030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lvl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1300" kern="1200" dirty="0" err="1" smtClean="0"/>
            <a:t>other</a:t>
          </a:r>
          <a:r>
            <a:rPr lang="de-CH" sz="1300" kern="1200" dirty="0" smtClean="0"/>
            <a:t> </a:t>
          </a:r>
          <a:r>
            <a:rPr lang="de-CH" sz="1300" kern="1200" dirty="0" err="1" smtClean="0"/>
            <a:t>dirs</a:t>
          </a:r>
          <a:endParaRPr lang="de-CH" sz="1300" kern="1200" dirty="0"/>
        </a:p>
      </dsp:txBody>
      <dsp:txXfrm>
        <a:off x="5676091" y="3359466"/>
        <a:ext cx="1058882" cy="203052"/>
      </dsp:txXfrm>
    </dsp:sp>
    <dsp:sp modelId="{944ADF3A-AE77-46FA-9B25-B9513AD82115}">
      <dsp:nvSpPr>
        <dsp:cNvPr id="0" name=""/>
        <dsp:cNvSpPr/>
      </dsp:nvSpPr>
      <dsp:spPr>
        <a:xfrm>
          <a:off x="4651552" y="963444"/>
          <a:ext cx="1176535" cy="609158"/>
        </a:xfrm>
        <a:prstGeom prst="rect">
          <a:avLst/>
        </a:prstGeom>
        <a:solidFill>
          <a:srgbClr val="3AAEBB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85959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1700" kern="1200" dirty="0" err="1" smtClean="0"/>
            <a:t>doc</a:t>
          </a:r>
          <a:endParaRPr lang="de-CH" sz="1700" kern="1200" dirty="0"/>
        </a:p>
      </dsp:txBody>
      <dsp:txXfrm>
        <a:off x="4651552" y="963444"/>
        <a:ext cx="1176535" cy="609158"/>
      </dsp:txXfrm>
    </dsp:sp>
    <dsp:sp modelId="{32048643-5304-46A3-AF04-7B05762175C2}">
      <dsp:nvSpPr>
        <dsp:cNvPr id="0" name=""/>
        <dsp:cNvSpPr/>
      </dsp:nvSpPr>
      <dsp:spPr>
        <a:xfrm>
          <a:off x="4886859" y="1437233"/>
          <a:ext cx="1058882" cy="2030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1200" kern="1200" dirty="0" err="1" smtClean="0"/>
            <a:t>Documentation</a:t>
          </a:r>
          <a:endParaRPr lang="de-CH" sz="1200" kern="1200" dirty="0"/>
        </a:p>
      </dsp:txBody>
      <dsp:txXfrm>
        <a:off x="4886859" y="1437233"/>
        <a:ext cx="1058882" cy="2030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EE7C12-93F4-401B-AE9A-9F094AD6953E}">
      <dsp:nvSpPr>
        <dsp:cNvPr id="0" name=""/>
        <dsp:cNvSpPr/>
      </dsp:nvSpPr>
      <dsp:spPr>
        <a:xfrm>
          <a:off x="0" y="0"/>
          <a:ext cx="4525963" cy="4525963"/>
        </a:xfrm>
        <a:prstGeom prst="pie">
          <a:avLst>
            <a:gd name="adj1" fmla="val 5400000"/>
            <a:gd name="adj2" fmla="val 16200000"/>
          </a:avLst>
        </a:prstGeom>
        <a:solidFill>
          <a:srgbClr val="3AAEBB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68A3616-16CF-4EA3-9618-D797E1E1DDF0}">
      <dsp:nvSpPr>
        <dsp:cNvPr id="0" name=""/>
        <dsp:cNvSpPr/>
      </dsp:nvSpPr>
      <dsp:spPr>
        <a:xfrm>
          <a:off x="2262981" y="0"/>
          <a:ext cx="5966618" cy="452596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3600" kern="1200" dirty="0" err="1" smtClean="0"/>
            <a:t>jQuery</a:t>
          </a:r>
          <a:r>
            <a:rPr lang="de-CH" sz="3600" kern="1200" dirty="0" smtClean="0"/>
            <a:t> </a:t>
          </a:r>
          <a:br>
            <a:rPr lang="de-CH" sz="3600" kern="1200" dirty="0" smtClean="0"/>
          </a:br>
          <a:r>
            <a:rPr lang="de-CH" sz="2000" kern="1200" dirty="0" smtClean="0"/>
            <a:t>~2.1.1</a:t>
          </a:r>
          <a:endParaRPr lang="de-CH" sz="2000" kern="1200" dirty="0"/>
        </a:p>
      </dsp:txBody>
      <dsp:txXfrm>
        <a:off x="2262981" y="0"/>
        <a:ext cx="5966618" cy="1357791"/>
      </dsp:txXfrm>
    </dsp:sp>
    <dsp:sp modelId="{86265663-2C4D-4100-9B2F-DC376E8579BD}">
      <dsp:nvSpPr>
        <dsp:cNvPr id="0" name=""/>
        <dsp:cNvSpPr/>
      </dsp:nvSpPr>
      <dsp:spPr>
        <a:xfrm>
          <a:off x="792044" y="1357791"/>
          <a:ext cx="2941873" cy="2941873"/>
        </a:xfrm>
        <a:prstGeom prst="pie">
          <a:avLst>
            <a:gd name="adj1" fmla="val 5400000"/>
            <a:gd name="adj2" fmla="val 16200000"/>
          </a:avLst>
        </a:prstGeom>
        <a:solidFill>
          <a:srgbClr val="3AAEBB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B4B03F-CDC3-40DC-825F-FC1AE4596204}">
      <dsp:nvSpPr>
        <dsp:cNvPr id="0" name=""/>
        <dsp:cNvSpPr/>
      </dsp:nvSpPr>
      <dsp:spPr>
        <a:xfrm>
          <a:off x="2262981" y="1357791"/>
          <a:ext cx="5966618" cy="294187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3600" kern="1200" dirty="0" err="1" smtClean="0"/>
            <a:t>jQuery-mousewheel</a:t>
          </a:r>
          <a:r>
            <a:rPr lang="de-CH" sz="3600" kern="1200" dirty="0" smtClean="0"/>
            <a:t> </a:t>
          </a:r>
          <a:br>
            <a:rPr lang="de-CH" sz="3600" kern="1200" dirty="0" smtClean="0"/>
          </a:br>
          <a:r>
            <a:rPr lang="de-CH" sz="2000" kern="1200" dirty="0" smtClean="0"/>
            <a:t>~3.1.12</a:t>
          </a:r>
          <a:endParaRPr lang="de-CH" sz="2000" kern="1200" dirty="0"/>
        </a:p>
      </dsp:txBody>
      <dsp:txXfrm>
        <a:off x="2262981" y="1357791"/>
        <a:ext cx="5966618" cy="1357787"/>
      </dsp:txXfrm>
    </dsp:sp>
    <dsp:sp modelId="{FEB83749-4AF1-4D57-873B-DBADA04CCFB4}">
      <dsp:nvSpPr>
        <dsp:cNvPr id="0" name=""/>
        <dsp:cNvSpPr/>
      </dsp:nvSpPr>
      <dsp:spPr>
        <a:xfrm>
          <a:off x="1584087" y="2715579"/>
          <a:ext cx="1357787" cy="1357787"/>
        </a:xfrm>
        <a:prstGeom prst="pie">
          <a:avLst>
            <a:gd name="adj1" fmla="val 5400000"/>
            <a:gd name="adj2" fmla="val 16200000"/>
          </a:avLst>
        </a:prstGeom>
        <a:solidFill>
          <a:srgbClr val="3AAEBB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FD173AE-9DDD-44FE-9198-0CB4691D3D32}">
      <dsp:nvSpPr>
        <dsp:cNvPr id="0" name=""/>
        <dsp:cNvSpPr/>
      </dsp:nvSpPr>
      <dsp:spPr>
        <a:xfrm>
          <a:off x="2262981" y="2715579"/>
          <a:ext cx="5966618" cy="135778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3AAEBB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CH" sz="3600" kern="1200" dirty="0" smtClean="0"/>
            <a:t>countUp.js </a:t>
          </a:r>
          <a:br>
            <a:rPr lang="de-CH" sz="3600" kern="1200" dirty="0" smtClean="0"/>
          </a:br>
          <a:r>
            <a:rPr lang="de-CH" sz="2000" kern="1200" dirty="0" smtClean="0"/>
            <a:t>~1.3.2</a:t>
          </a:r>
          <a:endParaRPr lang="de-CH" sz="2000" kern="1200" dirty="0"/>
        </a:p>
      </dsp:txBody>
      <dsp:txXfrm>
        <a:off x="2262981" y="2715579"/>
        <a:ext cx="5966618" cy="13577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CH" smtClean="0"/>
              <a:t>Mastertitelformat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CH" smtClean="0"/>
              <a:t>Master-Untertitelformat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A7A0-4EDD-6F4B-B2DB-82B9367D7512}" type="datetimeFigureOut">
              <a:rPr lang="de-DE" smtClean="0"/>
              <a:t>23.01.2015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Website </a:t>
            </a:r>
            <a:r>
              <a:rPr lang="de-DE" dirty="0" smtClean="0"/>
              <a:t>dvbern.ch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5848-4FC4-E54E-AA1E-02549D4F82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0653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smtClean="0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CH" smtClean="0"/>
              <a:t>Mastertextformat bearbeiten</a:t>
            </a:r>
          </a:p>
          <a:p>
            <a:pPr lvl="1"/>
            <a:r>
              <a:rPr lang="de-CH" smtClean="0"/>
              <a:t>Zweite Ebene</a:t>
            </a:r>
          </a:p>
          <a:p>
            <a:pPr lvl="2"/>
            <a:r>
              <a:rPr lang="de-CH" smtClean="0"/>
              <a:t>Dritte Ebene</a:t>
            </a:r>
          </a:p>
          <a:p>
            <a:pPr lvl="3"/>
            <a:r>
              <a:rPr lang="de-CH" smtClean="0"/>
              <a:t>Vierte Ebene</a:t>
            </a:r>
          </a:p>
          <a:p>
            <a:pPr lvl="4"/>
            <a:r>
              <a:rPr lang="de-CH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A7A0-4EDD-6F4B-B2DB-82B9367D7512}" type="datetimeFigureOut">
              <a:rPr lang="de-DE" smtClean="0"/>
              <a:t>23.01.2015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Website </a:t>
            </a:r>
            <a:r>
              <a:rPr lang="de-DE" dirty="0" smtClean="0"/>
              <a:t>dvbern.ch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5848-4FC4-E54E-AA1E-02549D4F82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0342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CH" smtClean="0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CH" smtClean="0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A7A0-4EDD-6F4B-B2DB-82B9367D7512}" type="datetimeFigureOut">
              <a:rPr lang="de-DE" smtClean="0"/>
              <a:t>23.01.2015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Website </a:t>
            </a:r>
            <a:r>
              <a:rPr lang="de-DE" dirty="0" smtClean="0"/>
              <a:t>dvbern.ch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5848-4FC4-E54E-AA1E-02549D4F82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3214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smtClean="0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CH" smtClean="0"/>
              <a:t>Mastertextformat bearbeiten</a:t>
            </a:r>
          </a:p>
          <a:p>
            <a:pPr lvl="1"/>
            <a:r>
              <a:rPr lang="de-CH" smtClean="0"/>
              <a:t>Zweite Ebene</a:t>
            </a:r>
          </a:p>
          <a:p>
            <a:pPr lvl="2"/>
            <a:r>
              <a:rPr lang="de-CH" smtClean="0"/>
              <a:t>Dritte Ebene</a:t>
            </a:r>
          </a:p>
          <a:p>
            <a:pPr lvl="3"/>
            <a:r>
              <a:rPr lang="de-CH" smtClean="0"/>
              <a:t>Vierte Ebene</a:t>
            </a:r>
          </a:p>
          <a:p>
            <a:pPr lvl="4"/>
            <a:r>
              <a:rPr lang="de-CH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CH" smtClean="0"/>
              <a:t>Mastertextformat bearbeiten</a:t>
            </a:r>
          </a:p>
          <a:p>
            <a:pPr lvl="1"/>
            <a:r>
              <a:rPr lang="de-CH" smtClean="0"/>
              <a:t>Zweite Ebene</a:t>
            </a:r>
          </a:p>
          <a:p>
            <a:pPr lvl="2"/>
            <a:r>
              <a:rPr lang="de-CH" smtClean="0"/>
              <a:t>Dritte Ebene</a:t>
            </a:r>
          </a:p>
          <a:p>
            <a:pPr lvl="3"/>
            <a:r>
              <a:rPr lang="de-CH" smtClean="0"/>
              <a:t>Vierte Ebene</a:t>
            </a:r>
          </a:p>
          <a:p>
            <a:pPr lvl="4"/>
            <a:r>
              <a:rPr lang="de-CH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A7A0-4EDD-6F4B-B2DB-82B9367D7512}" type="datetimeFigureOut">
              <a:rPr lang="de-DE" smtClean="0"/>
              <a:t>23.01.2015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Website </a:t>
            </a:r>
            <a:r>
              <a:rPr lang="de-DE" dirty="0" smtClean="0"/>
              <a:t>dvbern.ch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5848-4FC4-E54E-AA1E-02549D4F82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7009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CH" smtClean="0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CH" smtClean="0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CH" smtClean="0"/>
              <a:t>Mastertextformat bearbeiten</a:t>
            </a:r>
          </a:p>
          <a:p>
            <a:pPr lvl="1"/>
            <a:r>
              <a:rPr lang="de-CH" smtClean="0"/>
              <a:t>Zweite Ebene</a:t>
            </a:r>
          </a:p>
          <a:p>
            <a:pPr lvl="2"/>
            <a:r>
              <a:rPr lang="de-CH" smtClean="0"/>
              <a:t>Dritte Ebene</a:t>
            </a:r>
          </a:p>
          <a:p>
            <a:pPr lvl="3"/>
            <a:r>
              <a:rPr lang="de-CH" smtClean="0"/>
              <a:t>Vierte Ebene</a:t>
            </a:r>
          </a:p>
          <a:p>
            <a:pPr lvl="4"/>
            <a:r>
              <a:rPr lang="de-CH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CH" smtClean="0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CH" smtClean="0"/>
              <a:t>Mastertextformat bearbeiten</a:t>
            </a:r>
          </a:p>
          <a:p>
            <a:pPr lvl="1"/>
            <a:r>
              <a:rPr lang="de-CH" smtClean="0"/>
              <a:t>Zweite Ebene</a:t>
            </a:r>
          </a:p>
          <a:p>
            <a:pPr lvl="2"/>
            <a:r>
              <a:rPr lang="de-CH" smtClean="0"/>
              <a:t>Dritte Ebene</a:t>
            </a:r>
          </a:p>
          <a:p>
            <a:pPr lvl="3"/>
            <a:r>
              <a:rPr lang="de-CH" smtClean="0"/>
              <a:t>Vierte Ebene</a:t>
            </a:r>
          </a:p>
          <a:p>
            <a:pPr lvl="4"/>
            <a:r>
              <a:rPr lang="de-CH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A7A0-4EDD-6F4B-B2DB-82B9367D7512}" type="datetimeFigureOut">
              <a:rPr lang="de-DE" smtClean="0"/>
              <a:t>23.01.2015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Website </a:t>
            </a:r>
            <a:r>
              <a:rPr lang="de-DE" dirty="0" smtClean="0"/>
              <a:t>dvbern.ch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5848-4FC4-E54E-AA1E-02549D4F82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963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smtClean="0"/>
              <a:t>Mastertitelformat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A7A0-4EDD-6F4B-B2DB-82B9367D7512}" type="datetimeFigureOut">
              <a:rPr lang="de-DE" smtClean="0"/>
              <a:t>23.01.2015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Website </a:t>
            </a:r>
            <a:r>
              <a:rPr lang="de-DE" dirty="0" smtClean="0"/>
              <a:t>dvbern.ch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5848-4FC4-E54E-AA1E-02549D4F82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2631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A7A0-4EDD-6F4B-B2DB-82B9367D7512}" type="datetimeFigureOut">
              <a:rPr lang="de-DE" smtClean="0"/>
              <a:t>23.01.2015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Website </a:t>
            </a:r>
            <a:r>
              <a:rPr lang="de-DE" dirty="0" smtClean="0"/>
              <a:t>dvbern.ch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5848-4FC4-E54E-AA1E-02549D4F82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1020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CH" smtClean="0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CH" smtClean="0"/>
              <a:t>Mastertextformat bearbeiten</a:t>
            </a:r>
          </a:p>
          <a:p>
            <a:pPr lvl="1"/>
            <a:r>
              <a:rPr lang="de-CH" smtClean="0"/>
              <a:t>Zweite Ebene</a:t>
            </a:r>
          </a:p>
          <a:p>
            <a:pPr lvl="2"/>
            <a:r>
              <a:rPr lang="de-CH" smtClean="0"/>
              <a:t>Dritte Ebene</a:t>
            </a:r>
          </a:p>
          <a:p>
            <a:pPr lvl="3"/>
            <a:r>
              <a:rPr lang="de-CH" smtClean="0"/>
              <a:t>Vierte Ebene</a:t>
            </a:r>
          </a:p>
          <a:p>
            <a:pPr lvl="4"/>
            <a:r>
              <a:rPr lang="de-CH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CH" smtClean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A7A0-4EDD-6F4B-B2DB-82B9367D7512}" type="datetimeFigureOut">
              <a:rPr lang="de-DE" smtClean="0"/>
              <a:t>23.01.2015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Website </a:t>
            </a:r>
            <a:r>
              <a:rPr lang="de-DE" dirty="0" smtClean="0"/>
              <a:t>dvbern.ch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5848-4FC4-E54E-AA1E-02549D4F82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0283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CH" smtClean="0"/>
              <a:t>Mastertitelformat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CH" smtClean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A7A0-4EDD-6F4B-B2DB-82B9367D7512}" type="datetimeFigureOut">
              <a:rPr lang="de-DE" smtClean="0"/>
              <a:t>23.01.2015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Website </a:t>
            </a:r>
            <a:r>
              <a:rPr lang="de-DE" dirty="0" smtClean="0"/>
              <a:t>dvbern.ch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5848-4FC4-E54E-AA1E-02549D4F82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441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smtClean="0"/>
              <a:t>Mastertitelformat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CH" smtClean="0"/>
              <a:t>Mastertextformat bearbeiten</a:t>
            </a:r>
          </a:p>
          <a:p>
            <a:pPr lvl="1"/>
            <a:r>
              <a:rPr lang="de-CH" smtClean="0"/>
              <a:t>Zweite Ebene</a:t>
            </a:r>
          </a:p>
          <a:p>
            <a:pPr lvl="2"/>
            <a:r>
              <a:rPr lang="de-CH" smtClean="0"/>
              <a:t>Dritte Ebene</a:t>
            </a:r>
          </a:p>
          <a:p>
            <a:pPr lvl="3"/>
            <a:r>
              <a:rPr lang="de-CH" smtClean="0"/>
              <a:t>Vierte Ebene</a:t>
            </a:r>
          </a:p>
          <a:p>
            <a:pPr lvl="4"/>
            <a:r>
              <a:rPr lang="de-CH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A7A0-4EDD-6F4B-B2DB-82B9367D7512}" type="datetimeFigureOut">
              <a:rPr lang="de-DE" smtClean="0"/>
              <a:t>23.01.2015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Website </a:t>
            </a:r>
            <a:r>
              <a:rPr lang="de-DE" dirty="0" smtClean="0"/>
              <a:t>dvbern.ch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5848-4FC4-E54E-AA1E-02549D4F82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9691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CH" smtClean="0"/>
              <a:t>Mastertitelformat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CH" smtClean="0"/>
              <a:t>Mastertextformat bearbeiten</a:t>
            </a:r>
          </a:p>
          <a:p>
            <a:pPr lvl="1"/>
            <a:r>
              <a:rPr lang="de-CH" smtClean="0"/>
              <a:t>Zweite Ebene</a:t>
            </a:r>
          </a:p>
          <a:p>
            <a:pPr lvl="2"/>
            <a:r>
              <a:rPr lang="de-CH" smtClean="0"/>
              <a:t>Dritte Ebene</a:t>
            </a:r>
          </a:p>
          <a:p>
            <a:pPr lvl="3"/>
            <a:r>
              <a:rPr lang="de-CH" smtClean="0"/>
              <a:t>Vierte Ebene</a:t>
            </a:r>
          </a:p>
          <a:p>
            <a:pPr lvl="4"/>
            <a:r>
              <a:rPr lang="de-CH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A7A0-4EDD-6F4B-B2DB-82B9367D7512}" type="datetimeFigureOut">
              <a:rPr lang="de-DE" smtClean="0"/>
              <a:t>23.01.2015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Website </a:t>
            </a:r>
            <a:r>
              <a:rPr lang="de-DE" dirty="0" smtClean="0"/>
              <a:t>dvbern.ch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5848-4FC4-E54E-AA1E-02549D4F82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421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CH" dirty="0" smtClean="0"/>
              <a:t>Mastertitelformat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CH" smtClean="0"/>
              <a:t>Mastertextformat bearbeiten</a:t>
            </a:r>
          </a:p>
          <a:p>
            <a:pPr lvl="1"/>
            <a:r>
              <a:rPr lang="de-CH" smtClean="0"/>
              <a:t>Zweite Ebene</a:t>
            </a:r>
          </a:p>
          <a:p>
            <a:pPr lvl="2"/>
            <a:r>
              <a:rPr lang="de-CH" smtClean="0"/>
              <a:t>Dritte Ebene</a:t>
            </a:r>
          </a:p>
          <a:p>
            <a:pPr lvl="3"/>
            <a:r>
              <a:rPr lang="de-CH" smtClean="0"/>
              <a:t>Vierte Ebene</a:t>
            </a:r>
          </a:p>
          <a:p>
            <a:pPr lvl="4"/>
            <a:r>
              <a:rPr lang="de-CH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0A7A0-4EDD-6F4B-B2DB-82B9367D7512}" type="datetimeFigureOut">
              <a:rPr lang="de-DE" smtClean="0"/>
              <a:t>23.01.2015</a:t>
            </a:fld>
            <a:endParaRPr lang="de-DE" dirty="0" smtClean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 smtClean="0"/>
              <a:t>Website </a:t>
            </a:r>
            <a:r>
              <a:rPr lang="de-DE" dirty="0" smtClean="0"/>
              <a:t>dvbern.ch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9B5848-4FC4-E54E-AA1E-02549D4F82D5}" type="slidenum">
              <a:rPr lang="de-DE" smtClean="0"/>
              <a:t>‹Nr.›</a:t>
            </a:fld>
            <a:endParaRPr lang="de-DE" dirty="0"/>
          </a:p>
        </p:txBody>
      </p:sp>
      <p:pic>
        <p:nvPicPr>
          <p:cNvPr id="7" name="Bild 6" descr="blau_schwarz .jpg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85135"/>
            <a:ext cx="1296144" cy="476981"/>
          </a:xfrm>
          <a:prstGeom prst="rect">
            <a:avLst/>
          </a:prstGeom>
        </p:spPr>
      </p:pic>
      <p:cxnSp>
        <p:nvCxnSpPr>
          <p:cNvPr id="10" name="Gerade Verbindung 9"/>
          <p:cNvCxnSpPr/>
          <p:nvPr userDrawn="1"/>
        </p:nvCxnSpPr>
        <p:spPr>
          <a:xfrm flipV="1">
            <a:off x="-36512" y="548680"/>
            <a:ext cx="8388000" cy="2120"/>
          </a:xfrm>
          <a:prstGeom prst="line">
            <a:avLst/>
          </a:prstGeom>
          <a:ln w="22225" cap="rnd" cmpd="sng">
            <a:solidFill>
              <a:schemeClr val="tx1">
                <a:alpha val="88000"/>
              </a:schemeClr>
            </a:solidFill>
            <a:beve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/>
          <p:cNvSpPr txBox="1"/>
          <p:nvPr userDrawn="1"/>
        </p:nvSpPr>
        <p:spPr>
          <a:xfrm>
            <a:off x="1187625" y="297522"/>
            <a:ext cx="2880319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smtClean="0"/>
              <a:t>NEU,</a:t>
            </a:r>
            <a:r>
              <a:rPr lang="de-DE" sz="1400" baseline="0" dirty="0" smtClean="0"/>
              <a:t> JUNG UND AUS BERN</a:t>
            </a:r>
            <a:endParaRPr lang="de-DE" sz="1400" dirty="0"/>
          </a:p>
        </p:txBody>
      </p:sp>
      <p:sp>
        <p:nvSpPr>
          <p:cNvPr id="14" name="Abgerundetes Rechteck 13"/>
          <p:cNvSpPr/>
          <p:nvPr userDrawn="1"/>
        </p:nvSpPr>
        <p:spPr>
          <a:xfrm>
            <a:off x="504000" y="-324000"/>
            <a:ext cx="630000" cy="975600"/>
          </a:xfrm>
          <a:prstGeom prst="roundRect">
            <a:avLst/>
          </a:prstGeom>
          <a:solidFill>
            <a:srgbClr val="3AAEBB"/>
          </a:solidFill>
          <a:ln>
            <a:solidFill>
              <a:srgbClr val="3AA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5" name="Bild 14" descr="sidefyn.ch.eps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10" y="116632"/>
            <a:ext cx="457498" cy="45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6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3AAEBB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 smtClean="0"/>
              <a:t>Technical </a:t>
            </a:r>
            <a:r>
              <a:rPr lang="de-CH" dirty="0" err="1" smtClean="0"/>
              <a:t>Overview</a:t>
            </a:r>
            <a:r>
              <a:rPr lang="de-CH" dirty="0" smtClean="0"/>
              <a:t/>
            </a:r>
            <a:br>
              <a:rPr lang="de-CH" dirty="0" smtClean="0"/>
            </a:br>
            <a:r>
              <a:rPr lang="de-CH" dirty="0" smtClean="0"/>
              <a:t>DV Bern Website</a:t>
            </a:r>
            <a:endParaRPr lang="de-CH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s</a:t>
            </a:r>
            <a:r>
              <a:rPr lang="de-CH" dirty="0" smtClean="0"/>
              <a:t>idefyn GmbH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514638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 smtClean="0"/>
              <a:t>Branching</a:t>
            </a:r>
            <a:endParaRPr lang="de-CH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3684646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Datumsplatzhalter 3"/>
          <p:cNvSpPr>
            <a:spLocks noGrp="1"/>
          </p:cNvSpPr>
          <p:nvPr>
            <p:ph type="dt" sz="half" idx="4294967295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0A7A0-4EDD-6F4B-B2DB-82B9367D7512}" type="datetimeFigureOut">
              <a:rPr lang="de-DE" smtClean="0"/>
              <a:t>23.01.2015</a:t>
            </a:fld>
            <a:endParaRPr lang="de-DE" dirty="0" smtClean="0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 smtClean="0"/>
              <a:t>Website </a:t>
            </a:r>
            <a:r>
              <a:rPr lang="de-DE" dirty="0" smtClean="0"/>
              <a:t>dvbern.ch</a:t>
            </a:r>
          </a:p>
        </p:txBody>
      </p:sp>
    </p:spTree>
    <p:extLst>
      <p:ext uri="{BB962C8B-B14F-4D97-AF65-F5344CB8AC3E}">
        <p14:creationId xmlns:p14="http://schemas.microsoft.com/office/powerpoint/2010/main" val="444947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smtClean="0"/>
              <a:t>Development Environment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 smtClean="0"/>
              <a:t>Apache &gt;= 2.2</a:t>
            </a:r>
          </a:p>
          <a:p>
            <a:r>
              <a:rPr lang="de-CH" dirty="0" smtClean="0"/>
              <a:t>PHP &gt;= 5.4</a:t>
            </a:r>
          </a:p>
          <a:p>
            <a:endParaRPr lang="de-CH" dirty="0"/>
          </a:p>
          <a:p>
            <a:r>
              <a:rPr lang="de-CH" dirty="0" smtClean="0"/>
              <a:t>Setup </a:t>
            </a:r>
            <a:r>
              <a:rPr lang="de-CH" dirty="0" err="1" smtClean="0"/>
              <a:t>instructions</a:t>
            </a:r>
            <a:r>
              <a:rPr lang="de-CH" dirty="0" smtClean="0"/>
              <a:t> in README.me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4294967295"/>
          </p:nvPr>
        </p:nvSpPr>
        <p:spPr>
          <a:xfrm>
            <a:off x="457200" y="635694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0A7A0-4EDD-6F4B-B2DB-82B9367D7512}" type="datetimeFigureOut">
              <a:rPr lang="de-DE" smtClean="0"/>
              <a:t>23.01.2015</a:t>
            </a:fld>
            <a:endParaRPr lang="de-DE" dirty="0" smtClean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94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 smtClean="0"/>
              <a:t>Website </a:t>
            </a:r>
            <a:r>
              <a:rPr lang="de-DE" dirty="0" smtClean="0"/>
              <a:t>dvbern.ch</a:t>
            </a:r>
          </a:p>
        </p:txBody>
      </p:sp>
    </p:spTree>
    <p:extLst>
      <p:ext uri="{BB962C8B-B14F-4D97-AF65-F5344CB8AC3E}">
        <p14:creationId xmlns:p14="http://schemas.microsoft.com/office/powerpoint/2010/main" val="1275497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smtClean="0"/>
              <a:t>Development Environment</a:t>
            </a:r>
            <a:endParaRPr lang="de-CH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8797546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Datumsplatzhalter 3"/>
          <p:cNvSpPr>
            <a:spLocks noGrp="1"/>
          </p:cNvSpPr>
          <p:nvPr>
            <p:ph type="dt" sz="half" idx="4294967295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0A7A0-4EDD-6F4B-B2DB-82B9367D7512}" type="datetimeFigureOut">
              <a:rPr lang="de-DE" smtClean="0"/>
              <a:t>23.01.2015</a:t>
            </a:fld>
            <a:endParaRPr lang="de-DE" dirty="0" smtClean="0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 smtClean="0"/>
              <a:t>Website </a:t>
            </a:r>
            <a:r>
              <a:rPr lang="de-DE" dirty="0" smtClean="0"/>
              <a:t>dvbern.ch</a:t>
            </a:r>
          </a:p>
        </p:txBody>
      </p:sp>
    </p:spTree>
    <p:extLst>
      <p:ext uri="{BB962C8B-B14F-4D97-AF65-F5344CB8AC3E}">
        <p14:creationId xmlns:p14="http://schemas.microsoft.com/office/powerpoint/2010/main" val="45813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 smtClean="0"/>
              <a:t>Directories</a:t>
            </a:r>
            <a:endParaRPr lang="de-CH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2954989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Datumsplatzhalter 3"/>
          <p:cNvSpPr>
            <a:spLocks noGrp="1"/>
          </p:cNvSpPr>
          <p:nvPr>
            <p:ph type="dt" sz="half" idx="4294967295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0A7A0-4EDD-6F4B-B2DB-82B9367D7512}" type="datetimeFigureOut">
              <a:rPr lang="de-DE" smtClean="0"/>
              <a:t>23.01.2015</a:t>
            </a:fld>
            <a:endParaRPr lang="de-DE" dirty="0" smtClean="0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 smtClean="0"/>
              <a:t>Website </a:t>
            </a:r>
            <a:r>
              <a:rPr lang="de-DE" dirty="0" smtClean="0"/>
              <a:t>dvbern.ch</a:t>
            </a:r>
          </a:p>
        </p:txBody>
      </p:sp>
    </p:spTree>
    <p:extLst>
      <p:ext uri="{BB962C8B-B14F-4D97-AF65-F5344CB8AC3E}">
        <p14:creationId xmlns:p14="http://schemas.microsoft.com/office/powerpoint/2010/main" val="99025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smtClean="0"/>
              <a:t>JavaScript Libraries</a:t>
            </a:r>
            <a:endParaRPr lang="de-CH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055465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Datumsplatzhalter 3"/>
          <p:cNvSpPr>
            <a:spLocks noGrp="1"/>
          </p:cNvSpPr>
          <p:nvPr>
            <p:ph type="dt" sz="half" idx="4294967295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0A7A0-4EDD-6F4B-B2DB-82B9367D7512}" type="datetimeFigureOut">
              <a:rPr lang="de-DE" smtClean="0"/>
              <a:t>23.01.2015</a:t>
            </a:fld>
            <a:endParaRPr lang="de-DE" dirty="0" smtClean="0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 smtClean="0"/>
              <a:t>Website </a:t>
            </a:r>
            <a:r>
              <a:rPr lang="de-DE" dirty="0" smtClean="0"/>
              <a:t>dvbern.ch</a:t>
            </a:r>
          </a:p>
        </p:txBody>
      </p:sp>
    </p:spTree>
    <p:extLst>
      <p:ext uri="{BB962C8B-B14F-4D97-AF65-F5344CB8AC3E}">
        <p14:creationId xmlns:p14="http://schemas.microsoft.com/office/powerpoint/2010/main" val="498355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 smtClean="0"/>
              <a:t>Useful</a:t>
            </a:r>
            <a:r>
              <a:rPr lang="de-CH" dirty="0" smtClean="0"/>
              <a:t> </a:t>
            </a:r>
            <a:r>
              <a:rPr lang="de-CH" dirty="0" err="1" smtClean="0"/>
              <a:t>command</a:t>
            </a:r>
            <a:r>
              <a:rPr lang="de-CH" dirty="0" err="1"/>
              <a:t>s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de-CH" sz="18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bower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CH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install</a:t>
            </a:r>
            <a:r>
              <a:rPr lang="de-CH" sz="1800" dirty="0">
                <a:latin typeface="Consolas" panose="020B0609020204030204" pitchFamily="49" charset="0"/>
                <a:cs typeface="Consolas" panose="020B0609020204030204" pitchFamily="49" charset="0"/>
              </a:rPr>
              <a:t> 	// </a:t>
            </a:r>
            <a:r>
              <a:rPr lang="de-CH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install</a:t>
            </a:r>
            <a:r>
              <a:rPr lang="de-C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CH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currently</a:t>
            </a:r>
            <a:r>
              <a:rPr lang="de-C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CH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required</a:t>
            </a:r>
            <a:r>
              <a:rPr lang="de-CH" sz="1800" dirty="0">
                <a:latin typeface="Consolas" panose="020B0609020204030204" pitchFamily="49" charset="0"/>
                <a:cs typeface="Consolas" panose="020B0609020204030204" pitchFamily="49" charset="0"/>
              </a:rPr>
              <a:t> JS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libs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bower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install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&lt;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lib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&gt; --save //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JS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lib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bower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update 	// update JS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libs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to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newer</a:t>
            </a:r>
            <a:r>
              <a:rPr lang="de-C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versions</a:t>
            </a:r>
            <a:endParaRPr lang="de-CH" sz="18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CH" sz="18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grunt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		//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build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site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in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dev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mode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grunt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prod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	//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build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site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in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production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mode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grunt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watch</a:t>
            </a:r>
            <a:r>
              <a:rPr lang="de-C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file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watcher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mode</a:t>
            </a:r>
            <a:endParaRPr lang="de-CH" sz="18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CH" sz="18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npm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install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					//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install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packages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npm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install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&lt;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pkg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&gt; --save-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dev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	//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dev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CH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package</a:t>
            </a:r>
            <a: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de-CH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de-CH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4294967295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0A7A0-4EDD-6F4B-B2DB-82B9367D7512}" type="datetimeFigureOut">
              <a:rPr lang="de-DE" smtClean="0"/>
              <a:t>23.01.2015</a:t>
            </a:fld>
            <a:endParaRPr lang="de-DE" dirty="0" smtClean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 smtClean="0"/>
              <a:t>Website </a:t>
            </a:r>
            <a:r>
              <a:rPr lang="de-DE" dirty="0" smtClean="0"/>
              <a:t>dvbern.ch</a:t>
            </a:r>
          </a:p>
        </p:txBody>
      </p:sp>
    </p:spTree>
    <p:extLst>
      <p:ext uri="{BB962C8B-B14F-4D97-AF65-F5344CB8AC3E}">
        <p14:creationId xmlns:p14="http://schemas.microsoft.com/office/powerpoint/2010/main" val="2621590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 smtClean="0"/>
              <a:t>Grunt</a:t>
            </a:r>
            <a:r>
              <a:rPr lang="de-CH" dirty="0" smtClean="0"/>
              <a:t> </a:t>
            </a:r>
            <a:r>
              <a:rPr lang="de-CH" dirty="0" err="1" smtClean="0"/>
              <a:t>tasks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de-CH" dirty="0" smtClean="0"/>
              <a:t>Command: </a:t>
            </a:r>
            <a:r>
              <a:rPr lang="de-CH" dirty="0" err="1" smtClean="0"/>
              <a:t>grunt</a:t>
            </a:r>
            <a:r>
              <a:rPr lang="de-CH" dirty="0" smtClean="0"/>
              <a:t> &lt;</a:t>
            </a:r>
            <a:r>
              <a:rPr lang="de-CH" dirty="0" err="1" smtClean="0"/>
              <a:t>task|taskcollection</a:t>
            </a:r>
            <a:r>
              <a:rPr lang="de-CH" dirty="0" smtClean="0"/>
              <a:t>&gt;[:&lt;</a:t>
            </a:r>
            <a:r>
              <a:rPr lang="de-CH" dirty="0" err="1" smtClean="0"/>
              <a:t>subtask</a:t>
            </a:r>
            <a:r>
              <a:rPr lang="de-CH" dirty="0" smtClean="0"/>
              <a:t>&gt;]</a:t>
            </a:r>
            <a:endParaRPr lang="de-CH" dirty="0"/>
          </a:p>
          <a:p>
            <a:endParaRPr lang="de-CH" dirty="0" smtClean="0"/>
          </a:p>
          <a:p>
            <a:r>
              <a:rPr lang="de-CH" b="1" dirty="0" smtClean="0"/>
              <a:t>clean</a:t>
            </a:r>
            <a:r>
              <a:rPr lang="de-CH" dirty="0" smtClean="0"/>
              <a:t>: </a:t>
            </a:r>
            <a:r>
              <a:rPr lang="de-CH" dirty="0" err="1" smtClean="0"/>
              <a:t>cleans</a:t>
            </a:r>
            <a:r>
              <a:rPr lang="de-CH" dirty="0" smtClean="0"/>
              <a:t> /</a:t>
            </a:r>
            <a:r>
              <a:rPr lang="de-CH" dirty="0" err="1" smtClean="0"/>
              <a:t>public</a:t>
            </a:r>
            <a:r>
              <a:rPr lang="de-CH" dirty="0" smtClean="0"/>
              <a:t>/</a:t>
            </a:r>
            <a:r>
              <a:rPr lang="de-CH" dirty="0" err="1" smtClean="0"/>
              <a:t>dist</a:t>
            </a:r>
            <a:r>
              <a:rPr lang="de-CH" dirty="0" smtClean="0"/>
              <a:t>/</a:t>
            </a:r>
          </a:p>
          <a:p>
            <a:r>
              <a:rPr lang="de-CH" b="1" dirty="0" err="1" smtClean="0"/>
              <a:t>uglify</a:t>
            </a:r>
            <a:endParaRPr lang="de-CH" b="1" dirty="0"/>
          </a:p>
          <a:p>
            <a:pPr lvl="1"/>
            <a:r>
              <a:rPr lang="de-CH" b="1" dirty="0" err="1" smtClean="0"/>
              <a:t>debug</a:t>
            </a:r>
            <a:r>
              <a:rPr lang="de-CH" dirty="0" smtClean="0"/>
              <a:t>: </a:t>
            </a:r>
            <a:r>
              <a:rPr lang="de-CH" dirty="0" err="1" smtClean="0"/>
              <a:t>Creates</a:t>
            </a:r>
            <a:r>
              <a:rPr lang="de-CH" dirty="0" smtClean="0"/>
              <a:t> main.min.js w/ </a:t>
            </a:r>
            <a:r>
              <a:rPr lang="de-CH" dirty="0" err="1" smtClean="0"/>
              <a:t>source</a:t>
            </a:r>
            <a:r>
              <a:rPr lang="de-CH" dirty="0" smtClean="0"/>
              <a:t> </a:t>
            </a:r>
            <a:r>
              <a:rPr lang="de-CH" dirty="0" err="1" smtClean="0"/>
              <a:t>map</a:t>
            </a:r>
            <a:endParaRPr lang="de-CH" dirty="0" smtClean="0"/>
          </a:p>
          <a:p>
            <a:pPr lvl="1"/>
            <a:r>
              <a:rPr lang="de-CH" b="1" dirty="0" err="1"/>
              <a:t>p</a:t>
            </a:r>
            <a:r>
              <a:rPr lang="de-CH" b="1" dirty="0" err="1" smtClean="0"/>
              <a:t>rod</a:t>
            </a:r>
            <a:r>
              <a:rPr lang="de-CH" dirty="0" smtClean="0"/>
              <a:t>: Create main.min.js w/o </a:t>
            </a:r>
            <a:r>
              <a:rPr lang="de-CH" dirty="0" err="1" smtClean="0"/>
              <a:t>source</a:t>
            </a:r>
            <a:r>
              <a:rPr lang="de-CH" dirty="0" smtClean="0"/>
              <a:t> </a:t>
            </a:r>
            <a:r>
              <a:rPr lang="de-CH" dirty="0" err="1" smtClean="0"/>
              <a:t>map</a:t>
            </a:r>
            <a:endParaRPr lang="de-CH" dirty="0" smtClean="0"/>
          </a:p>
          <a:p>
            <a:r>
              <a:rPr lang="de-CH" b="1" dirty="0" err="1" smtClean="0"/>
              <a:t>compass</a:t>
            </a:r>
            <a:r>
              <a:rPr lang="de-CH" dirty="0" smtClean="0"/>
              <a:t>: </a:t>
            </a:r>
            <a:r>
              <a:rPr lang="de-CH" dirty="0" err="1" smtClean="0"/>
              <a:t>generate</a:t>
            </a:r>
            <a:r>
              <a:rPr lang="de-CH" dirty="0" smtClean="0"/>
              <a:t> main.css</a:t>
            </a:r>
          </a:p>
          <a:p>
            <a:r>
              <a:rPr lang="de-CH" b="1" dirty="0" err="1" smtClean="0"/>
              <a:t>copy</a:t>
            </a:r>
            <a:r>
              <a:rPr lang="de-CH" dirty="0" smtClean="0"/>
              <a:t>: </a:t>
            </a:r>
            <a:r>
              <a:rPr lang="de-CH" dirty="0" err="1" smtClean="0"/>
              <a:t>copies</a:t>
            </a:r>
            <a:r>
              <a:rPr lang="de-CH" dirty="0" smtClean="0"/>
              <a:t> </a:t>
            </a:r>
            <a:r>
              <a:rPr lang="de-CH" dirty="0" err="1" smtClean="0"/>
              <a:t>images</a:t>
            </a:r>
            <a:r>
              <a:rPr lang="de-CH" dirty="0" smtClean="0"/>
              <a:t> </a:t>
            </a:r>
            <a:r>
              <a:rPr lang="de-CH" dirty="0" err="1" smtClean="0"/>
              <a:t>and</a:t>
            </a:r>
            <a:r>
              <a:rPr lang="de-CH" dirty="0" smtClean="0"/>
              <a:t> </a:t>
            </a:r>
            <a:r>
              <a:rPr lang="de-CH" dirty="0" err="1" smtClean="0"/>
              <a:t>downloads</a:t>
            </a:r>
            <a:r>
              <a:rPr lang="de-CH" dirty="0" smtClean="0"/>
              <a:t> </a:t>
            </a:r>
            <a:r>
              <a:rPr lang="de-CH" dirty="0" err="1" smtClean="0"/>
              <a:t>from</a:t>
            </a:r>
            <a:r>
              <a:rPr lang="de-CH" dirty="0" smtClean="0"/>
              <a:t> /</a:t>
            </a:r>
            <a:r>
              <a:rPr lang="de-CH" dirty="0" err="1" smtClean="0"/>
              <a:t>public</a:t>
            </a:r>
            <a:r>
              <a:rPr lang="de-CH" dirty="0" smtClean="0"/>
              <a:t>/</a:t>
            </a:r>
            <a:r>
              <a:rPr lang="de-CH" dirty="0" err="1" smtClean="0"/>
              <a:t>src</a:t>
            </a:r>
            <a:r>
              <a:rPr lang="de-CH" dirty="0" smtClean="0"/>
              <a:t>/ </a:t>
            </a:r>
            <a:r>
              <a:rPr lang="de-CH" dirty="0" err="1" smtClean="0"/>
              <a:t>to</a:t>
            </a:r>
            <a:r>
              <a:rPr lang="de-CH" dirty="0" smtClean="0"/>
              <a:t> /</a:t>
            </a:r>
            <a:r>
              <a:rPr lang="de-CH" dirty="0" err="1" smtClean="0"/>
              <a:t>public</a:t>
            </a:r>
            <a:r>
              <a:rPr lang="de-CH" dirty="0" smtClean="0"/>
              <a:t>/</a:t>
            </a:r>
            <a:r>
              <a:rPr lang="de-CH" dirty="0" err="1" smtClean="0"/>
              <a:t>dist</a:t>
            </a:r>
            <a:r>
              <a:rPr lang="de-CH" dirty="0" smtClean="0"/>
              <a:t>/</a:t>
            </a:r>
          </a:p>
          <a:p>
            <a:r>
              <a:rPr lang="de-CH" b="1" dirty="0" err="1" smtClean="0"/>
              <a:t>xsltproc</a:t>
            </a:r>
            <a:r>
              <a:rPr lang="de-CH" dirty="0" smtClean="0"/>
              <a:t>: </a:t>
            </a:r>
            <a:r>
              <a:rPr lang="de-CH" dirty="0" err="1" smtClean="0"/>
              <a:t>generates</a:t>
            </a:r>
            <a:r>
              <a:rPr lang="de-CH" dirty="0" smtClean="0"/>
              <a:t> HTML </a:t>
            </a:r>
            <a:r>
              <a:rPr lang="de-CH" dirty="0" err="1" smtClean="0"/>
              <a:t>files</a:t>
            </a:r>
            <a:endParaRPr lang="de-CH" dirty="0" smtClean="0"/>
          </a:p>
          <a:p>
            <a:r>
              <a:rPr lang="de-CH" b="1" dirty="0" err="1" smtClean="0"/>
              <a:t>watch</a:t>
            </a:r>
            <a:r>
              <a:rPr lang="de-CH" dirty="0" smtClean="0"/>
              <a:t>: </a:t>
            </a:r>
            <a:r>
              <a:rPr lang="de-CH" dirty="0" err="1" smtClean="0"/>
              <a:t>watches</a:t>
            </a:r>
            <a:r>
              <a:rPr lang="de-CH" dirty="0" smtClean="0"/>
              <a:t> /</a:t>
            </a:r>
            <a:r>
              <a:rPr lang="de-CH" dirty="0" err="1" smtClean="0"/>
              <a:t>public</a:t>
            </a:r>
            <a:r>
              <a:rPr lang="de-CH" dirty="0" smtClean="0"/>
              <a:t>/</a:t>
            </a:r>
            <a:r>
              <a:rPr lang="de-CH" dirty="0" err="1" smtClean="0"/>
              <a:t>src</a:t>
            </a:r>
            <a:r>
              <a:rPr lang="de-CH" dirty="0" smtClean="0"/>
              <a:t>/ </a:t>
            </a:r>
            <a:r>
              <a:rPr lang="de-CH" dirty="0" err="1" smtClean="0"/>
              <a:t>for</a:t>
            </a:r>
            <a:r>
              <a:rPr lang="de-CH" dirty="0" smtClean="0"/>
              <a:t> </a:t>
            </a:r>
            <a:r>
              <a:rPr lang="de-CH" dirty="0" err="1" smtClean="0"/>
              <a:t>changes</a:t>
            </a:r>
            <a:r>
              <a:rPr lang="de-CH" dirty="0" smtClean="0"/>
              <a:t> </a:t>
            </a:r>
            <a:r>
              <a:rPr lang="de-CH" dirty="0" err="1" smtClean="0"/>
              <a:t>and</a:t>
            </a:r>
            <a:r>
              <a:rPr lang="de-CH" dirty="0" smtClean="0"/>
              <a:t> </a:t>
            </a:r>
            <a:r>
              <a:rPr lang="de-CH" dirty="0" err="1" smtClean="0"/>
              <a:t>executes</a:t>
            </a:r>
            <a:r>
              <a:rPr lang="de-CH" dirty="0" smtClean="0"/>
              <a:t> </a:t>
            </a:r>
            <a:r>
              <a:rPr lang="de-CH" dirty="0" err="1" smtClean="0"/>
              <a:t>applicable</a:t>
            </a:r>
            <a:r>
              <a:rPr lang="de-CH" dirty="0" smtClean="0"/>
              <a:t> </a:t>
            </a:r>
            <a:r>
              <a:rPr lang="de-CH" dirty="0" err="1" smtClean="0"/>
              <a:t>tasks</a:t>
            </a:r>
            <a:r>
              <a:rPr lang="de-CH" dirty="0" smtClean="0"/>
              <a:t> </a:t>
            </a:r>
          </a:p>
          <a:p>
            <a:endParaRPr lang="de-CH" dirty="0"/>
          </a:p>
          <a:p>
            <a:r>
              <a:rPr lang="de-CH" dirty="0" smtClean="0"/>
              <a:t>Task </a:t>
            </a:r>
            <a:r>
              <a:rPr lang="de-CH" dirty="0" err="1" smtClean="0"/>
              <a:t>collections</a:t>
            </a:r>
            <a:r>
              <a:rPr lang="de-CH" dirty="0" smtClean="0"/>
              <a:t>:</a:t>
            </a:r>
          </a:p>
          <a:p>
            <a:pPr lvl="1"/>
            <a:r>
              <a:rPr lang="de-CH" b="1" dirty="0" err="1"/>
              <a:t>d</a:t>
            </a:r>
            <a:r>
              <a:rPr lang="de-CH" b="1" dirty="0" err="1" smtClean="0"/>
              <a:t>efault</a:t>
            </a:r>
            <a:r>
              <a:rPr lang="de-CH" dirty="0" smtClean="0"/>
              <a:t>: clean, </a:t>
            </a:r>
            <a:r>
              <a:rPr lang="de-CH" dirty="0" err="1" smtClean="0"/>
              <a:t>uglify:debug</a:t>
            </a:r>
            <a:r>
              <a:rPr lang="de-CH" dirty="0" smtClean="0"/>
              <a:t>, </a:t>
            </a:r>
            <a:r>
              <a:rPr lang="de-CH" dirty="0" err="1" smtClean="0"/>
              <a:t>compass</a:t>
            </a:r>
            <a:r>
              <a:rPr lang="de-CH" dirty="0" smtClean="0"/>
              <a:t>, </a:t>
            </a:r>
            <a:r>
              <a:rPr lang="de-CH" dirty="0" err="1" smtClean="0"/>
              <a:t>copy</a:t>
            </a:r>
            <a:r>
              <a:rPr lang="de-CH" dirty="0" smtClean="0"/>
              <a:t>, </a:t>
            </a:r>
            <a:r>
              <a:rPr lang="de-CH" dirty="0" err="1" smtClean="0"/>
              <a:t>xsltproc</a:t>
            </a:r>
            <a:endParaRPr lang="de-CH" dirty="0" smtClean="0"/>
          </a:p>
          <a:p>
            <a:pPr lvl="1"/>
            <a:r>
              <a:rPr lang="de-CH" b="1" dirty="0" err="1" smtClean="0"/>
              <a:t>prod</a:t>
            </a:r>
            <a:r>
              <a:rPr lang="de-CH" dirty="0" smtClean="0"/>
              <a:t>: clean, </a:t>
            </a:r>
            <a:r>
              <a:rPr lang="de-CH" dirty="0" err="1" smtClean="0"/>
              <a:t>uglify:prod</a:t>
            </a:r>
            <a:r>
              <a:rPr lang="de-CH" dirty="0" smtClean="0"/>
              <a:t>, </a:t>
            </a:r>
            <a:r>
              <a:rPr lang="de-CH" dirty="0" err="1" smtClean="0"/>
              <a:t>compass</a:t>
            </a:r>
            <a:r>
              <a:rPr lang="de-CH" dirty="0" smtClean="0"/>
              <a:t>, </a:t>
            </a:r>
            <a:r>
              <a:rPr lang="de-CH" dirty="0" err="1" smtClean="0"/>
              <a:t>copy</a:t>
            </a:r>
            <a:r>
              <a:rPr lang="de-CH" dirty="0" smtClean="0"/>
              <a:t>, </a:t>
            </a:r>
            <a:r>
              <a:rPr lang="de-CH" dirty="0" err="1" smtClean="0"/>
              <a:t>xsltproc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4294967295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0A7A0-4EDD-6F4B-B2DB-82B9367D7512}" type="datetimeFigureOut">
              <a:rPr lang="de-DE" smtClean="0"/>
              <a:t>23.01.2015</a:t>
            </a:fld>
            <a:endParaRPr lang="de-DE" dirty="0" smtClean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 smtClean="0"/>
              <a:t>Website </a:t>
            </a:r>
            <a:r>
              <a:rPr lang="de-DE" dirty="0" smtClean="0"/>
              <a:t>dvbern.ch</a:t>
            </a:r>
          </a:p>
        </p:txBody>
      </p:sp>
    </p:spTree>
    <p:extLst>
      <p:ext uri="{BB962C8B-B14F-4D97-AF65-F5344CB8AC3E}">
        <p14:creationId xmlns:p14="http://schemas.microsoft.com/office/powerpoint/2010/main" val="1414175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smtClean="0"/>
              <a:t>Basic </a:t>
            </a:r>
            <a:r>
              <a:rPr lang="de-CH" dirty="0" err="1" smtClean="0"/>
              <a:t>page</a:t>
            </a:r>
            <a:r>
              <a:rPr lang="de-CH" dirty="0" smtClean="0"/>
              <a:t> </a:t>
            </a:r>
            <a:r>
              <a:rPr lang="de-CH" dirty="0" err="1" smtClean="0"/>
              <a:t>structure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CH" dirty="0" smtClean="0"/>
              <a:t>&lt;</a:t>
            </a:r>
            <a:r>
              <a:rPr lang="de-CH" dirty="0" err="1" smtClean="0"/>
              <a:t>page</a:t>
            </a:r>
            <a:r>
              <a:rPr lang="de-CH" dirty="0" smtClean="0"/>
              <a:t>&gt;</a:t>
            </a:r>
          </a:p>
          <a:p>
            <a:pPr lvl="1"/>
            <a:r>
              <a:rPr lang="de-CH" dirty="0" smtClean="0"/>
              <a:t>&lt;title&gt;…&lt;/title&gt;</a:t>
            </a:r>
          </a:p>
          <a:p>
            <a:pPr lvl="1"/>
            <a:r>
              <a:rPr lang="de-CH" dirty="0" smtClean="0"/>
              <a:t>&lt;</a:t>
            </a:r>
            <a:r>
              <a:rPr lang="de-CH" dirty="0" err="1" smtClean="0"/>
              <a:t>navigation</a:t>
            </a:r>
            <a:r>
              <a:rPr lang="de-CH" dirty="0" smtClean="0"/>
              <a:t>&gt;…&lt;/</a:t>
            </a:r>
            <a:r>
              <a:rPr lang="de-CH" dirty="0" err="1" smtClean="0"/>
              <a:t>navigation</a:t>
            </a:r>
            <a:r>
              <a:rPr lang="de-CH" dirty="0" smtClean="0"/>
              <a:t>&gt;</a:t>
            </a:r>
          </a:p>
          <a:p>
            <a:pPr lvl="1"/>
            <a:r>
              <a:rPr lang="de-CH" dirty="0" smtClean="0"/>
              <a:t>&lt;</a:t>
            </a:r>
            <a:r>
              <a:rPr lang="de-CH" dirty="0" err="1" smtClean="0"/>
              <a:t>subpages</a:t>
            </a:r>
            <a:r>
              <a:rPr lang="de-CH" dirty="0" smtClean="0"/>
              <a:t>&gt;</a:t>
            </a:r>
          </a:p>
          <a:p>
            <a:pPr lvl="2"/>
            <a:r>
              <a:rPr lang="de-CH" dirty="0" smtClean="0"/>
              <a:t>&lt;</a:t>
            </a:r>
            <a:r>
              <a:rPr lang="de-CH" dirty="0" err="1" smtClean="0"/>
              <a:t>subpage</a:t>
            </a:r>
            <a:r>
              <a:rPr lang="de-CH" dirty="0" smtClean="0"/>
              <a:t>&gt;…&lt;/</a:t>
            </a:r>
            <a:r>
              <a:rPr lang="de-CH" dirty="0" err="1" smtClean="0"/>
              <a:t>subpage</a:t>
            </a:r>
            <a:r>
              <a:rPr lang="de-CH" dirty="0" smtClean="0"/>
              <a:t>&gt;</a:t>
            </a:r>
          </a:p>
          <a:p>
            <a:pPr lvl="2"/>
            <a:r>
              <a:rPr lang="de-CH" dirty="0"/>
              <a:t>&lt;</a:t>
            </a:r>
            <a:r>
              <a:rPr lang="de-CH" dirty="0" err="1"/>
              <a:t>subpage</a:t>
            </a:r>
            <a:r>
              <a:rPr lang="de-CH" dirty="0" smtClean="0"/>
              <a:t>&gt;…&lt;/</a:t>
            </a:r>
            <a:r>
              <a:rPr lang="de-CH" dirty="0" err="1"/>
              <a:t>subpage</a:t>
            </a:r>
            <a:r>
              <a:rPr lang="de-CH" dirty="0"/>
              <a:t>&gt;</a:t>
            </a:r>
          </a:p>
          <a:p>
            <a:pPr lvl="1"/>
            <a:r>
              <a:rPr lang="de-CH" dirty="0" smtClean="0"/>
              <a:t>&lt;/</a:t>
            </a:r>
            <a:r>
              <a:rPr lang="de-CH" dirty="0" err="1" smtClean="0"/>
              <a:t>subpages</a:t>
            </a:r>
            <a:r>
              <a:rPr lang="de-CH" dirty="0" smtClean="0"/>
              <a:t>&gt;</a:t>
            </a:r>
          </a:p>
          <a:p>
            <a:pPr lvl="1"/>
            <a:r>
              <a:rPr lang="de-CH" dirty="0" smtClean="0"/>
              <a:t>&lt;</a:t>
            </a:r>
            <a:r>
              <a:rPr lang="de-CH" dirty="0" err="1" smtClean="0"/>
              <a:t>rows</a:t>
            </a:r>
            <a:r>
              <a:rPr lang="de-CH" dirty="0" smtClean="0"/>
              <a:t>&gt;</a:t>
            </a:r>
          </a:p>
          <a:p>
            <a:pPr lvl="2"/>
            <a:r>
              <a:rPr lang="de-CH" dirty="0" smtClean="0"/>
              <a:t>&lt;</a:t>
            </a:r>
            <a:r>
              <a:rPr lang="de-CH" dirty="0" err="1" smtClean="0"/>
              <a:t>row</a:t>
            </a:r>
            <a:r>
              <a:rPr lang="de-CH" dirty="0" smtClean="0"/>
              <a:t>&gt;…&lt;/</a:t>
            </a:r>
            <a:r>
              <a:rPr lang="de-CH" dirty="0" err="1" smtClean="0"/>
              <a:t>row</a:t>
            </a:r>
            <a:r>
              <a:rPr lang="de-CH" dirty="0" smtClean="0"/>
              <a:t>&gt;</a:t>
            </a:r>
          </a:p>
          <a:p>
            <a:pPr lvl="2"/>
            <a:r>
              <a:rPr lang="de-CH" dirty="0"/>
              <a:t>&lt;</a:t>
            </a:r>
            <a:r>
              <a:rPr lang="de-CH" dirty="0" err="1"/>
              <a:t>row</a:t>
            </a:r>
            <a:r>
              <a:rPr lang="de-CH" dirty="0" smtClean="0"/>
              <a:t>&gt;…&lt;/</a:t>
            </a:r>
            <a:r>
              <a:rPr lang="de-CH" dirty="0" err="1"/>
              <a:t>row</a:t>
            </a:r>
            <a:r>
              <a:rPr lang="de-CH" dirty="0" smtClean="0"/>
              <a:t>&gt;</a:t>
            </a:r>
            <a:endParaRPr lang="de-CH" dirty="0"/>
          </a:p>
          <a:p>
            <a:pPr lvl="1"/>
            <a:r>
              <a:rPr lang="de-CH" dirty="0" smtClean="0"/>
              <a:t>&lt;/</a:t>
            </a:r>
            <a:r>
              <a:rPr lang="de-CH" dirty="0" err="1" smtClean="0"/>
              <a:t>rows</a:t>
            </a:r>
            <a:r>
              <a:rPr lang="de-CH" dirty="0" smtClean="0"/>
              <a:t>&gt;</a:t>
            </a:r>
          </a:p>
          <a:p>
            <a:r>
              <a:rPr lang="de-CH" dirty="0" smtClean="0"/>
              <a:t>&lt;/</a:t>
            </a:r>
            <a:r>
              <a:rPr lang="de-CH" dirty="0" err="1" smtClean="0"/>
              <a:t>page</a:t>
            </a:r>
            <a:r>
              <a:rPr lang="de-CH" dirty="0" smtClean="0"/>
              <a:t>&gt;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4294967295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0A7A0-4EDD-6F4B-B2DB-82B9367D7512}" type="datetimeFigureOut">
              <a:rPr lang="de-DE" smtClean="0"/>
              <a:t>23.01.2015</a:t>
            </a:fld>
            <a:endParaRPr lang="de-DE" dirty="0" smtClean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 smtClean="0"/>
              <a:t>Website </a:t>
            </a:r>
            <a:r>
              <a:rPr lang="de-DE" dirty="0" smtClean="0"/>
              <a:t>dvbern.ch</a:t>
            </a:r>
          </a:p>
        </p:txBody>
      </p:sp>
    </p:spTree>
    <p:extLst>
      <p:ext uri="{BB962C8B-B14F-4D97-AF65-F5344CB8AC3E}">
        <p14:creationId xmlns:p14="http://schemas.microsoft.com/office/powerpoint/2010/main" val="1687016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 smtClean="0"/>
              <a:t>Important</a:t>
            </a:r>
            <a:r>
              <a:rPr lang="de-CH" dirty="0" smtClean="0"/>
              <a:t> </a:t>
            </a:r>
            <a:r>
              <a:rPr lang="de-CH" dirty="0" err="1" smtClean="0"/>
              <a:t>building</a:t>
            </a:r>
            <a:r>
              <a:rPr lang="de-CH" dirty="0" smtClean="0"/>
              <a:t> </a:t>
            </a:r>
            <a:r>
              <a:rPr lang="de-CH" dirty="0" err="1" smtClean="0"/>
              <a:t>blocks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CH" dirty="0" smtClean="0"/>
              <a:t>&lt;</a:t>
            </a:r>
            <a:r>
              <a:rPr lang="de-CH" dirty="0" err="1" smtClean="0"/>
              <a:t>textblock</a:t>
            </a:r>
            <a:r>
              <a:rPr lang="de-CH" dirty="0" smtClean="0"/>
              <a:t> type=…&gt;</a:t>
            </a:r>
          </a:p>
          <a:p>
            <a:pPr lvl="1"/>
            <a:r>
              <a:rPr lang="de-CH" dirty="0" smtClean="0"/>
              <a:t>title</a:t>
            </a:r>
          </a:p>
          <a:p>
            <a:pPr lvl="1"/>
            <a:r>
              <a:rPr lang="de-CH" dirty="0" err="1" smtClean="0"/>
              <a:t>headline</a:t>
            </a:r>
            <a:endParaRPr lang="de-CH" dirty="0" smtClean="0"/>
          </a:p>
          <a:p>
            <a:pPr lvl="1"/>
            <a:r>
              <a:rPr lang="de-CH" dirty="0" err="1" smtClean="0"/>
              <a:t>subtitle</a:t>
            </a:r>
            <a:endParaRPr lang="de-CH" dirty="0" smtClean="0"/>
          </a:p>
          <a:p>
            <a:pPr lvl="1"/>
            <a:r>
              <a:rPr lang="de-CH" dirty="0" err="1" smtClean="0"/>
              <a:t>paragraph</a:t>
            </a:r>
            <a:endParaRPr lang="de-CH" dirty="0" smtClean="0"/>
          </a:p>
          <a:p>
            <a:pPr lvl="1"/>
            <a:r>
              <a:rPr lang="de-CH" dirty="0" err="1" smtClean="0"/>
              <a:t>address</a:t>
            </a:r>
            <a:endParaRPr lang="de-CH" dirty="0" smtClean="0"/>
          </a:p>
          <a:p>
            <a:pPr lvl="1"/>
            <a:r>
              <a:rPr lang="de-CH" dirty="0" err="1"/>
              <a:t>q</a:t>
            </a:r>
            <a:r>
              <a:rPr lang="de-CH" dirty="0" err="1" smtClean="0"/>
              <a:t>uote</a:t>
            </a:r>
            <a:endParaRPr lang="de-CH" dirty="0" smtClean="0"/>
          </a:p>
          <a:p>
            <a:r>
              <a:rPr lang="de-CH" dirty="0" smtClean="0"/>
              <a:t>&lt;</a:t>
            </a:r>
            <a:r>
              <a:rPr lang="de-CH" dirty="0" err="1" smtClean="0"/>
              <a:t>grid</a:t>
            </a:r>
            <a:r>
              <a:rPr lang="de-CH" dirty="0" smtClean="0"/>
              <a:t>&gt;</a:t>
            </a:r>
          </a:p>
          <a:p>
            <a:pPr lvl="1"/>
            <a:r>
              <a:rPr lang="de-CH" dirty="0" smtClean="0"/>
              <a:t>&lt;</a:t>
            </a:r>
            <a:r>
              <a:rPr lang="de-CH" dirty="0" err="1" smtClean="0"/>
              <a:t>col</a:t>
            </a:r>
            <a:r>
              <a:rPr lang="de-CH" dirty="0" smtClean="0"/>
              <a:t> </a:t>
            </a:r>
            <a:r>
              <a:rPr lang="de-CH" dirty="0" err="1" smtClean="0"/>
              <a:t>width-lg</a:t>
            </a:r>
            <a:r>
              <a:rPr lang="de-CH" dirty="0" smtClean="0"/>
              <a:t>=… </a:t>
            </a:r>
            <a:r>
              <a:rPr lang="de-CH" dirty="0" err="1" smtClean="0"/>
              <a:t>width</a:t>
            </a:r>
            <a:r>
              <a:rPr lang="de-CH" dirty="0" smtClean="0"/>
              <a:t>-md=… </a:t>
            </a:r>
            <a:r>
              <a:rPr lang="de-CH" dirty="0" err="1" smtClean="0"/>
              <a:t>width-sm</a:t>
            </a:r>
            <a:r>
              <a:rPr lang="de-CH" dirty="0" smtClean="0"/>
              <a:t>=…&gt;&lt;/</a:t>
            </a:r>
            <a:r>
              <a:rPr lang="de-CH" dirty="0" err="1" smtClean="0"/>
              <a:t>col</a:t>
            </a:r>
            <a:r>
              <a:rPr lang="de-CH" dirty="0" smtClean="0"/>
              <a:t>&gt;</a:t>
            </a:r>
          </a:p>
          <a:p>
            <a:pPr lvl="2"/>
            <a:r>
              <a:rPr lang="de-CH" dirty="0" err="1" smtClean="0"/>
              <a:t>Full</a:t>
            </a:r>
            <a:r>
              <a:rPr lang="de-CH" dirty="0" smtClean="0"/>
              <a:t> </a:t>
            </a:r>
            <a:r>
              <a:rPr lang="de-CH" dirty="0" err="1" smtClean="0"/>
              <a:t>width</a:t>
            </a:r>
            <a:r>
              <a:rPr lang="de-CH" dirty="0" smtClean="0"/>
              <a:t>: 12</a:t>
            </a:r>
            <a:endParaRPr lang="de-CH" dirty="0" smtClean="0"/>
          </a:p>
          <a:p>
            <a:r>
              <a:rPr lang="de-CH" dirty="0" smtClean="0"/>
              <a:t>&lt;</a:t>
            </a:r>
            <a:r>
              <a:rPr lang="de-CH" dirty="0" err="1" smtClean="0"/>
              <a:t>tabs</a:t>
            </a:r>
            <a:r>
              <a:rPr lang="de-CH" dirty="0" smtClean="0"/>
              <a:t>&gt;</a:t>
            </a:r>
          </a:p>
          <a:p>
            <a:pPr lvl="1"/>
            <a:r>
              <a:rPr lang="de-CH" dirty="0" smtClean="0"/>
              <a:t>&lt;</a:t>
            </a:r>
            <a:r>
              <a:rPr lang="de-CH" dirty="0" err="1" smtClean="0"/>
              <a:t>tab</a:t>
            </a:r>
            <a:r>
              <a:rPr lang="de-CH" dirty="0" smtClean="0"/>
              <a:t>&gt;&lt;/</a:t>
            </a:r>
            <a:r>
              <a:rPr lang="de-CH" dirty="0" err="1" smtClean="0"/>
              <a:t>tab</a:t>
            </a:r>
            <a:r>
              <a:rPr lang="de-CH" dirty="0" smtClean="0"/>
              <a:t>&gt;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4294967295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0A7A0-4EDD-6F4B-B2DB-82B9367D7512}" type="datetimeFigureOut">
              <a:rPr lang="de-DE" smtClean="0"/>
              <a:t>23.01.2015</a:t>
            </a:fld>
            <a:endParaRPr lang="de-DE" dirty="0" smtClean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 smtClean="0"/>
              <a:t>Website </a:t>
            </a:r>
            <a:r>
              <a:rPr lang="de-DE" dirty="0" smtClean="0"/>
              <a:t>dvbern.ch</a:t>
            </a:r>
          </a:p>
        </p:txBody>
      </p:sp>
    </p:spTree>
    <p:extLst>
      <p:ext uri="{BB962C8B-B14F-4D97-AF65-F5344CB8AC3E}">
        <p14:creationId xmlns:p14="http://schemas.microsoft.com/office/powerpoint/2010/main" val="3158782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 smtClean="0"/>
              <a:t>Deployment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 err="1" smtClean="0"/>
              <a:t>Needed</a:t>
            </a:r>
            <a:r>
              <a:rPr lang="de-CH" dirty="0" smtClean="0"/>
              <a:t> </a:t>
            </a:r>
            <a:r>
              <a:rPr lang="de-CH" dirty="0" err="1" smtClean="0"/>
              <a:t>files</a:t>
            </a:r>
            <a:r>
              <a:rPr lang="de-CH" dirty="0" smtClean="0"/>
              <a:t>:</a:t>
            </a:r>
          </a:p>
          <a:p>
            <a:pPr lvl="1"/>
            <a:r>
              <a:rPr lang="de-CH" dirty="0" smtClean="0"/>
              <a:t>.</a:t>
            </a:r>
            <a:r>
              <a:rPr lang="de-CH" dirty="0" err="1" smtClean="0"/>
              <a:t>htaccess</a:t>
            </a:r>
            <a:endParaRPr lang="de-CH" dirty="0" smtClean="0"/>
          </a:p>
          <a:p>
            <a:pPr lvl="1"/>
            <a:r>
              <a:rPr lang="de-CH" dirty="0" err="1" smtClean="0"/>
              <a:t>app</a:t>
            </a:r>
            <a:r>
              <a:rPr lang="de-CH" dirty="0" smtClean="0"/>
              <a:t>/**/*</a:t>
            </a:r>
          </a:p>
          <a:p>
            <a:pPr lvl="1"/>
            <a:r>
              <a:rPr lang="de-CH" dirty="0" err="1" smtClean="0"/>
              <a:t>public</a:t>
            </a:r>
            <a:r>
              <a:rPr lang="de-CH" dirty="0" smtClean="0"/>
              <a:t>/</a:t>
            </a:r>
            <a:r>
              <a:rPr lang="de-CH" dirty="0" err="1" smtClean="0"/>
              <a:t>dist</a:t>
            </a:r>
            <a:r>
              <a:rPr lang="de-CH" dirty="0" smtClean="0"/>
              <a:t>/**/*</a:t>
            </a:r>
          </a:p>
          <a:p>
            <a:pPr lvl="1"/>
            <a:endParaRPr lang="de-CH" dirty="0"/>
          </a:p>
          <a:p>
            <a:r>
              <a:rPr lang="de-CH" dirty="0" err="1" smtClean="0"/>
              <a:t>No</a:t>
            </a:r>
            <a:r>
              <a:rPr lang="de-CH" dirty="0" smtClean="0"/>
              <a:t> </a:t>
            </a:r>
            <a:r>
              <a:rPr lang="de-CH" dirty="0" err="1" smtClean="0"/>
              <a:t>other</a:t>
            </a:r>
            <a:r>
              <a:rPr lang="de-CH" dirty="0" smtClean="0"/>
              <a:t> </a:t>
            </a:r>
            <a:r>
              <a:rPr lang="de-CH" dirty="0" err="1" smtClean="0"/>
              <a:t>files</a:t>
            </a:r>
            <a:r>
              <a:rPr lang="de-CH" dirty="0" smtClean="0"/>
              <a:t> on </a:t>
            </a:r>
            <a:r>
              <a:rPr lang="de-CH" dirty="0" err="1" smtClean="0"/>
              <a:t>server</a:t>
            </a:r>
            <a:r>
              <a:rPr lang="de-CH" dirty="0" smtClean="0"/>
              <a:t>!</a:t>
            </a:r>
          </a:p>
          <a:p>
            <a:r>
              <a:rPr lang="de-CH" dirty="0" err="1" smtClean="0"/>
              <a:t>No</a:t>
            </a:r>
            <a:r>
              <a:rPr lang="de-CH" dirty="0" smtClean="0"/>
              <a:t> </a:t>
            </a:r>
            <a:r>
              <a:rPr lang="de-CH" dirty="0" err="1" smtClean="0"/>
              <a:t>writable</a:t>
            </a:r>
            <a:r>
              <a:rPr lang="de-CH" dirty="0" smtClean="0"/>
              <a:t> </a:t>
            </a:r>
            <a:r>
              <a:rPr lang="de-CH" dirty="0" err="1" smtClean="0"/>
              <a:t>directories</a:t>
            </a:r>
            <a:r>
              <a:rPr lang="de-CH" dirty="0" smtClean="0"/>
              <a:t> </a:t>
            </a:r>
            <a:r>
              <a:rPr lang="de-CH" dirty="0" err="1" smtClean="0"/>
              <a:t>needed</a:t>
            </a:r>
            <a:endParaRPr lang="de-CH" dirty="0" smtClean="0"/>
          </a:p>
          <a:p>
            <a:r>
              <a:rPr lang="de-CH" dirty="0" err="1" smtClean="0"/>
              <a:t>No</a:t>
            </a:r>
            <a:r>
              <a:rPr lang="de-CH" dirty="0" smtClean="0"/>
              <a:t> </a:t>
            </a:r>
            <a:r>
              <a:rPr lang="de-CH" dirty="0" err="1" smtClean="0"/>
              <a:t>configuration</a:t>
            </a:r>
            <a:r>
              <a:rPr lang="de-CH" dirty="0" smtClean="0"/>
              <a:t> </a:t>
            </a:r>
            <a:r>
              <a:rPr lang="de-CH" dirty="0" err="1" smtClean="0"/>
              <a:t>needed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4294967295"/>
          </p:nvPr>
        </p:nvSpPr>
        <p:spPr>
          <a:xfrm>
            <a:off x="464418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0A7A0-4EDD-6F4B-B2DB-82B9367D7512}" type="datetimeFigureOut">
              <a:rPr lang="de-DE" smtClean="0"/>
              <a:t>23.01.2015</a:t>
            </a:fld>
            <a:endParaRPr lang="de-DE" dirty="0" smtClean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294967295"/>
          </p:nvPr>
        </p:nvSpPr>
        <p:spPr>
          <a:xfrm>
            <a:off x="3131418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 smtClean="0"/>
              <a:t>Website </a:t>
            </a:r>
            <a:r>
              <a:rPr lang="de-DE" dirty="0" smtClean="0"/>
              <a:t>dvbern.ch</a:t>
            </a:r>
          </a:p>
        </p:txBody>
      </p:sp>
    </p:spTree>
    <p:extLst>
      <p:ext uri="{BB962C8B-B14F-4D97-AF65-F5344CB8AC3E}">
        <p14:creationId xmlns:p14="http://schemas.microsoft.com/office/powerpoint/2010/main" val="4050115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310</Words>
  <Application>Microsoft Office PowerPoint</Application>
  <PresentationFormat>Bildschirmpräsentation (4:3)</PresentationFormat>
  <Paragraphs>129</Paragraphs>
  <Slides>11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2" baseType="lpstr">
      <vt:lpstr>Benutzerdefiniertes Design</vt:lpstr>
      <vt:lpstr>Technical Overview DV Bern Website</vt:lpstr>
      <vt:lpstr>Branching</vt:lpstr>
      <vt:lpstr>Development Environment</vt:lpstr>
      <vt:lpstr>Development Environment</vt:lpstr>
      <vt:lpstr>Directories</vt:lpstr>
      <vt:lpstr>JavaScript Libraries</vt:lpstr>
      <vt:lpstr>Useful commands</vt:lpstr>
      <vt:lpstr>Grunt tasks</vt:lpstr>
      <vt:lpstr>Basic page structure</vt:lpstr>
      <vt:lpstr>Important building blocks</vt:lpstr>
      <vt:lpstr>Deployment</vt:lpstr>
    </vt:vector>
  </TitlesOfParts>
  <Company>RUAG Corporate Services AG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Sebastian Häni</dc:creator>
  <cp:lastModifiedBy>Sebastian Häni</cp:lastModifiedBy>
  <cp:revision>16</cp:revision>
  <dcterms:created xsi:type="dcterms:W3CDTF">2015-01-22T10:14:09Z</dcterms:created>
  <dcterms:modified xsi:type="dcterms:W3CDTF">2015-01-23T09:36:17Z</dcterms:modified>
</cp:coreProperties>
</file>